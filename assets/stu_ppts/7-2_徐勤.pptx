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4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5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notesSlides/notesSlide6.xml" ContentType="application/vnd.openxmlformats-officedocument.presentationml.notesSlide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notesSlides/notesSlide7.xml" ContentType="application/vnd.openxmlformats-officedocument.presentationml.notesSlide+xml"/>
  <Override PartName="/ppt/ink/ink40.xml" ContentType="application/inkml+xml"/>
  <Override PartName="/ppt/ink/ink41.xml" ContentType="application/inkml+xml"/>
  <Override PartName="/ppt/ink/ink42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60" r:id="rId4"/>
    <p:sldId id="277" r:id="rId5"/>
    <p:sldId id="278" r:id="rId6"/>
    <p:sldId id="279" r:id="rId7"/>
    <p:sldId id="280" r:id="rId8"/>
    <p:sldId id="282" r:id="rId9"/>
    <p:sldId id="285" r:id="rId10"/>
    <p:sldId id="272" r:id="rId11"/>
    <p:sldId id="284" r:id="rId12"/>
    <p:sldId id="271" r:id="rId13"/>
    <p:sldId id="286" r:id="rId14"/>
    <p:sldId id="287" r:id="rId15"/>
    <p:sldId id="288" r:id="rId16"/>
    <p:sldId id="290" r:id="rId17"/>
    <p:sldId id="291" r:id="rId18"/>
    <p:sldId id="293" r:id="rId19"/>
    <p:sldId id="292" r:id="rId20"/>
    <p:sldId id="294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14" autoAdjust="0"/>
  </p:normalViewPr>
  <p:slideViewPr>
    <p:cSldViewPr snapToGrid="0">
      <p:cViewPr varScale="1">
        <p:scale>
          <a:sx n="87" d="100"/>
          <a:sy n="87" d="100"/>
        </p:scale>
        <p:origin x="6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32:16.5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1990 1 24575,'1'4'0,"0"0"0,0 1 0,0-1 0,0 0 0,1 0 0,-1 0 0,5 7 0,4 11 0,-2 4 0,-1-1 0,-1 2 0,3 36 0,-8-46 0,-1-1 0,0 0 0,-1 0 0,-1 0 0,-1 0 0,-8 31 0,-25 48 0,-58 110 0,49-111 0,-48 83 0,74-144 0,-3-2 0,0-1 0,-34 35 0,32-40 0,-40 41 0,-73 59 0,-25 13 0,-114 86 0,253-210 0,0 0 0,-1-2 0,0 0 0,-32 9 0,-104 25 0,130-40 0,0-1 0,-54 2 0,-64-8 0,65-1 0,-209 1 0,446 5 0,0 7 0,-1 6 0,225 56 0,-230-35 0,171 37 0,-250-62 0,88 29 0,-116-28 0,-1 2 0,0 2 0,47 29 0,-51-26 0,82 56 0,-100-64 0,-2 1 0,1 1 0,-2 0 0,21 27 0,-11-9 0,2 0 0,1-2 0,52 45 0,-36-39 0,-24-19 0,1 0 0,0-2 0,1-1 0,33 17 0,-32-19 0,0 1 0,-1 1 0,-1 0 0,-1 2 0,0 0 0,33 39 0,-40-39-195,-1 0 0,0 1 0,-1 0 0,-1 1 0,-1 0 0,11 33 0,-15-35-6631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6:56.1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24575,'2'0'0,"9"0"0,11 0 0,14 0 0,16 0 0,8 2 0,6 2 0,-3-1 0,-6 1 0,-7 1 0,-8 0 0,-5-2 0,-8-1 0,-5-1 0,-6-1 0,-4-2 0,-8-6 0,-5-2-8191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6:57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286 0 24575,'0'0'0,"-1"1"0,0-1 0,1 0 0,-1 1 0,1-1 0,-1 1 0,0-1 0,1 1 0,-1-1 0,1 0 0,-1 1 0,1 0 0,0-1 0,-1 1 0,1-1 0,0 1 0,-1 0 0,1-1 0,0 1 0,-1 0 0,1-1 0,0 1 0,0 0 0,0-1 0,0 1 0,0 0 0,0-1 0,0 1 0,0 1 0,1 23 0,3-13 0,0 1 0,0-2 0,2 1 0,-1 0 0,2-1 0,-1 0 0,12 13 0,17 32 0,-35-55 0,1 1 0,0 0 0,0 0 0,-1 0 0,0 0 0,1-1 0,-1 1 0,0 0 0,0 0 0,0 0 0,0 0 0,0 0 0,0 0 0,0 0 0,-1 0 0,1 0 0,-1-1 0,1 1 0,-1 0 0,0 0 0,0-1 0,0 1 0,0 0 0,0-1 0,0 1 0,0-1 0,-1 1 0,1-1 0,0 1 0,-1-1 0,1 0 0,-4 2 0,-5 4 0,-1 0 0,0-1 0,-24 10 0,18-9 0,-194 95-1365,158-74-5461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6:58.4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291 0 24575,'-6'1'0,"0"-1"0,0 1 0,1 0 0,-1 1 0,0-1 0,1 1 0,-1 0 0,-8 4 0,-39 27 0,41-25 0,1-1 0,-2 1 0,0 0 0,1 1 0,0 0 0,1 1 0,0 1 0,0-1 0,-12 18 0,22-27 0,1-1 0,-1 1 0,1 0 0,-1 0 0,1 0 0,0 0 0,-1-1 0,1 1 0,0 0 0,0 0 0,0 0 0,0 0 0,-1 0 0,1 0 0,0 0 0,0 0 0,1 0 0,-1-1 0,0 1 0,0 0 0,0 0 0,1 0 0,-1 0 0,0 0 0,1 0 0,-1-1 0,1 1 0,-1 0 0,1 0 0,-1-1 0,1 1 0,-1 0 0,1-1 0,0 1 0,0 0 0,-1-1 0,1 1 0,0-1 0,0 1 0,-1-1 0,1 1 0,0-1 0,0 0 0,0 0 0,1 1 0,5 1 0,1 0 0,0 0 0,-1 0 0,10 0 0,-15-2 0,42 2 0,-1-2 0,73-8 0,-29 1 0,-86 6 0,0 1 0,0 0 0,0 0 0,0 0 0,0-1 0,0 1 0,0 0 0,0 0 0,0 1 0,0-1 0,-1 0 0,1 0 0,0 0 0,0 1 0,0-1 0,0 0 0,0 1 0,0-1 0,-1 1 0,1-1 0,0 1 0,0-1 0,-1 1 0,2 0 0,-2 0 0,0 0 0,0 0 0,0 0 0,0 0 0,0 0 0,-1-1 0,1 1 0,0 0 0,0 0 0,-1 0 0,1 0 0,-1-1 0,1 1 0,0 0 0,-1 0 0,1-1 0,-1 1 0,0 0 0,0 0 0,-6 6 0,0 0 0,-1-1 0,-10 7 0,-20 11 0,1 2 0,2 1 0,0 1 0,2 3 0,-36 41 0,34-25 0,-48 89 0,76-126 120,7-10-142,0 0 1,0 1-1,0-1 1,0 0-1,0 0 1,0 0-1,0 0 1,0 0-1,0 0 1,0 0-1,0 0 1,0 1-1,0-1 1,0 0-1,0 0 1,0 0-1,0 0 1,0 0-1,-1 0 1,1 0-1,0 0 0,0 0 1,0 0-1,0 0 1,0 0-1,0 0 1,0 0-1,0 1 1,-1-1-1,1 0 1,0 0-1,0 0 1,0 0-1,0 0 1,0 0-1,0 0 1,0 0-1,-1 0 1,1 0-1,0-1 1,0 1-1,0 0 1,0 0-1,0 0 0,0 0 1,0 0-1,0 0 1,-1 0-1,1 0 1,0 0-1,0 0 1,0 0-1,0 0 1,0 0-1,0 0 1,0 0-1,0-1 1,0 1-1,0 0 1,0 0-1,0 0 1,0 0-1,0 0 1,0 0-1,0 0 0,-1 0 1,1-1-1,0 1 1,0-9-6805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6:58.7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24575,'7'0'0,"10"0"0,14 0 0,8 3 0,13 2 0,9 9 0,6 3 0,4 2 0,0 0 0,-6-3 0,-11-3 0,-10-2 0,-15-4 0,-12-3-8191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6:59.0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52 24575,'2'0'0,"6"0"0,9 0 0,10 0 0,7 0 0,3 0 0,-1 0 0,-5 0 0,-7-2 0,-8-4 0,-7-2 0,-5-3 0,-7-2 0,-4 1-8191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6:59.3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0 24575,'-3'0'0,"0"3"0,0 10 0,0 10 0,2 10 0,0 10 0,0 0 0,1 2 0,-3 1 0,0-3 0,0-4 0,1-6 0,0-7 0,-3-11 0,-5-15 0,1-8 0,1-4-8191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6:59.6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1 24575,'-3'0'0,"-2"0"0,-2 2 0,-1 1 0,1 0-8191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6:59.8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24575,'4'0'0,"10"5"0,11 11 0,7 8 0,4 4 0,0 3 0,-5-3 0,-5-4 0,-7-15 0,-7-16 0,-5-6-8191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7:00.2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183 1 24575,'-5'5'0,"-11"6"0,-8 9 0,-4 12 0,0 9 0,2 6 0,4-4 0,4-8 0,7-11 0,7-13 0,6-13 0,6-11 0,6-5 0,0 0-8191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7:00.4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24575,'3'0'0,"2"7"0,1 10 0,2 9 0,0 7 0,-3 8 0,0 4 0,-3-1 0,-1-3 0,0-6 0,-1-4 0,0-3 0,-1-1 0,1-3 0,2-1 0,4-4 0,4-10 0,2-6-8191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7:01.1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 1 24575,'0'6'0,"-1"1"0,-1-1 0,1 1 0,-1-1 0,0 0 0,-1 1 0,-3 7 0,-3 5 0,-19 42 0,19-43 0,0 1 0,-10 32 0,19-49 0,-1-1 0,1 1 0,-1-1 0,1 1 0,0 0 0,-1-1 0,1 1 0,0-1 0,0 1 0,0 0 0,1-1 0,-1 1 0,0 0 0,1-1 0,-1 1 0,1-1 0,-1 1 0,1-1 0,0 1 0,-1-1 0,1 1 0,1 1 0,0-2 0,0 0 0,-1 0 0,1 0 0,0 0 0,0 0 0,0 0 0,0 0 0,0 0 0,0-1 0,0 1 0,0-1 0,0 1 0,0-1 0,4 0 0,8 0 0,-1-1 0,1-1 0,-1 0 0,16-5 0,-24 6 0,9-3-105,7-1-147,0 0 0,1 1 0,0 1 0,31-1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7:01.4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1 128 24575,'0'2'0,"5"1"0,3 0 0,9 0 0,10-2 0,18-2 0,12-9 0,8-5 0,1-2 0,-3-1 0,-8 1 0,-10 3 0,-14 1 0,-11 1 0,-12-1 0,-7 3-8191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7:01.8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0 24575,'0'1223'0,"0"-1192"0,-1-20 0,1 0 0,0 0 0,1 1 0,3 13 0,-4-24-44,0-1 0,0 1 0,0-1 0,0 0 0,0 1 0,0-1 0,0 0 0,0 1 0,0-1 0,0 0 0,1 1 0,-1-1 0,0 0 0,0 1 0,0-1 0,1 0 0,-1 1 0,0-1-1,0 0 1,1 0 0,-1 1 0,0-1 0,1 0 0,-1 0 0,0 1 0,1-1 0,-1 0 0,0 0 0,1 0 0,0 0 0,8-5-6782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7:02.8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6 24575,'33'0'0,"-20"1"0,1 0 0,-1-1 0,0-1 0,0 0 0,18-5 0,-47 17 0,2 1 0,-1 1 0,-19 22 0,27-28 0,-5 5 0,-8 7 0,1 1 0,1 1 0,1 1 0,-22 35 0,38-54 9,-1-1-1,1 0 1,0 1-1,0-1 1,1 1 0,-1 0-1,1-1 1,-1 1-1,1-1 1,0 1-1,0 0 1,0-1-1,0 4 1,0-5-59,1 0 1,-1 0-1,1 0 1,-1 0-1,1 0 1,-1 0-1,1 0 1,-1 0-1,1 0 1,0 0-1,0 0 1,-1 0-1,1 0 1,0 0-1,0-1 1,0 1-1,0 0 1,0-1-1,0 1 1,0-1-1,0 1 1,0-1-1,0 1 1,0-1-1,1 0 1,-1 0-1,0 0 1,0 1-1,2-1 1,14 0-6777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7:03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24575,'3'18'0,"0"0"0,1-1 0,1 1 0,0-1 0,12 25 0,-14-37 0,-5-7 0,1-1 0,0 0 0,1 1 0,-1-1 0,0 0 0,1 1 0,0-1 0,-1 0 0,1 0 0,0 0 0,0 0 0,1 1 0,-1-1 0,1 0 0,-1 0 0,3-4 0,-2 5 0,0 0 0,0 0 0,1 0 0,0 0 0,-1 0 0,1 1 0,0-1 0,0 0 0,0 1 0,-1 0 0,2-1 0,-1 1 0,0 0 0,0 0 0,0 0 0,0 0 0,1 1 0,-1-1 0,0 1 0,4-1 0,-3 0 0,-1 1 0,1-1 0,-1 1 0,1 0 0,-1 0 0,1 0 0,0 0 0,-1 0 0,1 1 0,-1-1 0,1 1 0,-1 0 0,0 0 0,1 0 0,2 1 0,-4-1 0,-1-1 0,1 0 0,-1 1 0,1 0 0,-1-1 0,1 1 0,-1-1 0,1 1 0,-1 0 0,0-1 0,1 1 0,-1 0 0,0-1 0,0 1 0,1 0 0,-1-1 0,0 1 0,0 0 0,0 0 0,0 1 0,0-1 0,0 1 0,-1 0 0,1 0 0,-1 0 0,1 0 0,-1-1 0,0 1 0,0 0 0,0 0 0,0-1 0,-1 3 0,0-2 8,1 0 0,-1 0 0,0 0 0,1 0 0,-1-1 0,0 1 0,0 0 0,0-1 0,-1 0 0,1 1 0,0-1 0,0 0 0,-1 0 0,-4 1 0,6-1-61,0-1 0,-1 0 0,1 0 0,-1 0 0,1 0 0,0 0 0,-1 0 0,1 0 0,-1-1 0,1 1 0,0 0 0,-1-1 0,1 1-1,0-1 1,-1 1 0,1-1 0,0 0 0,0 0 0,0 1 0,-1-1 0,1 0 0,0 0 0,0 0 0,0 0 0,1 0 0,-1-1 0,-1-1 0,-5-8-6773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7:07.2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24575,'18'0'0,"12"0"0,33 4 0,-55-3 0,0 0 0,0 1 0,0 0 0,-1 0 0,1 1 0,-1 0 0,1 0 0,-1 0 0,9 7 0,-12-6 0,0 0 0,0 1 0,0 0 0,-1 0 0,0 0 0,0 0 0,0 0 0,0 1 0,-1-1 0,0 1 0,0 0 0,-1-1 0,1 1 0,-1 0 0,0 0 0,-1 0 0,0 0 0,0 0 0,0 0 0,0 0 0,-1 0 0,0 0 0,-1 0 0,-2 9 0,3-14 5,0 1 0,0-1 0,0 1 0,0-1 0,0 0 0,0 1-1,0-1 1,0 0 0,-1 0 0,1 0 0,0 0 0,-1 0 0,1 0 0,-1 0-1,1 0 1,-1-1 0,0 1 0,1 0 0,-1-1 0,0 0 0,1 1 0,-1-1-1,-2 0 1,-1 0-216,-1 0-1,1 0 0,0 0 0,-1-1 0,1 0 1,-6-2-1,-12-4-6614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7:08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1 24575,'0'0'0,"1"0"0,-1 0 0,1 1 0,-1-1 0,0 0 0,1 0 0,-1 1 0,1-1 0,-1 1 0,0-1 0,1 0 0,-1 1 0,0-1 0,1 1 0,-1-1 0,0 1 0,1-1 0,-1 1 0,0-1 0,0 1 0,0-1 0,0 1 0,0-1 0,1 1 0,-1 0 0,2 18 0,-1-17 0,3 136 0,-4-136 0,1 0 0,-1 0 0,1 0 0,0 1 0,-1-1 0,1 0 0,0 0 0,0 0 0,0 0 0,1-1 0,-1 1 0,0 0 0,1 0 0,-1-1 0,1 1 0,0-1 0,-1 1 0,1-1 0,0 0 0,0 1 0,0-1 0,0 0 0,0 0 0,0 0 0,0-1 0,0 1 0,0 0 0,0-1 0,3 1 0,8 1 0,0-1 0,-1 0 0,27-3 0,-21 2 0,53-4 0,-40 1 0,0 2 0,51 5 0,-80-4 0,0 1 0,1-1 0,-1 1 0,0 0 0,0 0 0,0 0 0,0 0 0,0 1 0,0-1 0,-1 0 0,1 1 0,0 0 0,-1-1 0,1 1 0,-1 0 0,1 0 0,-1-1 0,0 1 0,0 0 0,0 0 0,0 1 0,0-1 0,0 0 0,0 0 0,-1 0 0,1 1 0,-1-1 0,1 4 0,0 7 0,0 1 0,-1 0 0,-2 20 0,2-27 0,-1 5 0,-1 17 0,-8 39 0,9-61 0,0-1 0,-1 1 0,0-1 0,0 1 0,-1-1 0,0 0 0,0 0 0,-1 0 0,1-1 0,-1 1 0,-9 9 0,10-13 0,0 0 0,0 1 0,0-1 0,0-1 0,-1 1 0,1 0 0,0-1 0,-1 0 0,0 0 0,1 0 0,-1 0 0,0-1 0,1 1 0,-1-1 0,0 0 0,0 0 0,1 0 0,-1 0 0,0-1 0,1 0 0,-1 0 0,-5-2 0,-6-2 0,0-1 0,0-1 0,-25-16 0,32 18 0,-205-128 0,208 130 0,1 0 0,-1 0 0,1-1 0,0 1 0,0-1 0,0 0 0,-4-7 0,7 10 0,1 1 0,-1-1 0,1 0 0,0 1 0,-1-1 0,1 0 0,0 0 0,0 0 0,0 1 0,-1-1 0,1 0 0,0 0 0,0 0 0,0 1 0,0-1 0,0 0 0,1 0 0,-1 0 0,0 1 0,0-1 0,0 0 0,1 0 0,0-1 0,0 1 0,0 0 0,0 0 0,0 0 0,0 0 0,1 0 0,-1 0 0,0 0 0,1 0 0,-1 0 0,1 1 0,-1-1 0,1 1 0,-1-1 0,4 0 0,31-7 0,1 2 0,61-2 0,-33 3 0,-33 3 0,-20 2 0,-1-1 0,0 0 0,0-1 0,17-4 0,-28 6-29,1-1 0,0 1 0,0 0 0,0 0 0,-1-1 0,1 1 0,0-1 0,-1 1 0,1 0 0,0-1 0,-1 1 0,1-1 0,0 0 0,-1 1 0,1-1-1,-1 1 1,1-1 0,-1 0 0,1 0 0,-1 1 0,0-1 0,1 0 0,-1 0 0,0 1 0,1-1 0,-1 0 0,0 0 0,0 0 0,0 1 0,0-1 0,0 0 0,0 0 0,0 0 0,0 0 0,0 1 0,0-1-1,0 0 1,-1 0 0,1 0 0,0 1 0,-1-1 0,1 0 0,0 0 0,-1 1 0,1-1 0,-2-1 0,-6-8-6797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15:33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1 24575,'-2'27'0,"0"0"0,-10 39 0,-1 14 0,7-28-1365,5-46-5461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15:34.1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24575,'0'44'0,"2"0"0,2-1 0,15 65 0,-16-97-455,0 0 0,9 19 0,-8-23-6371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15:34.8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1 24575,'-8'10'0,"1"0"0,0 0 0,1 1 0,0 1 0,1-1 0,0 1 0,1-1 0,-5 24 0,0-5 0,-27 104-1365,34-128-5461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15:35.8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24575,'0'8'0,"1"-1"0,0 1 0,1-1 0,2 7 0,4 25 0,-6-8 0,9 180 0,-12-200-1365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07:23.7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07:24.3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07:24.7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06:59.4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1 24575,'-2'2'0,"1"0"0,0 0 0,0 1 0,-1-1 0,1 1 0,1-1 0,-1 1 0,0-1 0,1 1 0,-1 0 0,1 2 0,-1-3 0,-11 55 0,5-27 0,1 1 0,-2 45 0,2-28 0,4-37 0,0 0 0,1 0 0,-1 13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07:00.0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24575,'1'45'0,"3"1"0,1-2 0,3 1 0,1 0 0,23 63 0,-32-106-114,1-1 1,-1 1-1,1 0 0,0 0 0,0-1 1,-1 1-1,1 0 0,0-1 0,1 1 1,-1-1-1,2 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07:00.8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 0 24575,'-10'22'0,"2"1"0,0 0 0,-5 28 0,9-30 0,-2 0 0,-1 0 0,0 0 0,-14 27 0,19-45 17,1 1 0,0-1-1,0 0 1,0 1 0,0 0 0,1-1-1,-1 7 1,-3 15-1516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07:01.6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24575,'17'304'0,"-12"-260"-1365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19:48.8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1769 21 24575,'-98'-8'0,"17"0"0,-542 4 0,579 5 0,0 1 0,1 3 0,0 1 0,0 2 0,-63 21 0,99-26 0,-16 4 0,0 2 0,0 1 0,1 1 0,-30 19 0,-220 155 0,270-184 0,-12 8 0,0-1 0,1 2 0,1 0 0,-1 0 0,2 1 0,-17 19 0,13-10 0,2 1 0,0 0 0,2 0 0,0 1 0,1 0 0,1 1 0,1 1 0,2-1 0,0 1 0,1 0 0,-2 40 0,7-53 0,1 1 0,0-1 0,1 0 0,0 0 0,0 0 0,2 0 0,-1 0 0,1 0 0,1-1 0,0 0 0,0 0 0,1 0 0,0-1 0,11 13 0,10 9 0,1-2 0,54 43 0,111 68 0,-90-68 0,-46-31 0,1-2 0,2-3 0,94 42 0,-66-45 0,2-4 0,177 34 0,191-2 0,-202-31 0,-109-8 0,159 13 0,-274-33 0,0-2 0,0-1 0,0-2 0,0-1 0,0-1 0,-1-2 0,0-1 0,48-20 0,-5-7 0,-1-4 0,129-91 0,118-124 0,-274 214 0,-1-1 0,46-58 0,-73 77 0,-1 0 0,-1-2 0,-1 0 0,-1-1 0,-1 0 0,-2-1 0,9-27 0,-16 40 0,-1-1 0,0 1 0,-1 0 0,-1-1 0,0 1 0,-1-1 0,-1 1 0,0-1 0,0 1 0,-1 0 0,-1-1 0,0 1 0,-1 0 0,-1 1 0,0-1 0,0 1 0,-15-23 0,9 18 0,-1 1 0,-1 1 0,0 0 0,-1 0 0,-1 2 0,0 0 0,-1 0 0,0 2 0,0 0 0,-2 0 0,-26-11 0,-11 2 0,0 2 0,-1 3 0,-61-9 0,6 1 0,-116-23 0,168 38 0,-113-2 0,-366 10-1365,515 0-5461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19:52.5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3689 0 24575,'-797'0'0,"597"8"0,-264 44 0,105 20 0,-13 2 0,59-26 0,-562 163 0,853-204 0,0 0 0,0-1 0,0-1 0,-1-1 0,0-1 0,-35 0 0,-42-7-1365,83 4-5461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19:53.5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281 1 24575,'-7'1'0,"0"0"0,0 1 0,0 0 0,0 1 0,0-1 0,0 1 0,1 1 0,-1-1 0,-8 7 0,-8 4 0,-116 47 0,135-60 0,1 1 0,-1-1 0,1 1 0,0-1 0,0 1 0,-1 0 0,1 0 0,0 1 0,-5 4 0,8-6 0,-1-1 0,1 1 0,0 0 0,-1-1 0,1 1 0,0 0 0,-1 0 0,1 0 0,0-1 0,0 1 0,0 0 0,0 0 0,-1 0 0,1 0 0,0-1 0,1 1 0,-1 0 0,0 1 0,1 0 0,-1 0 0,1 0 0,0 0 0,0-1 0,0 1 0,0 0 0,0 0 0,1-1 0,-1 1 0,2 1 0,78 73-294,112 81-1,-155-128-481,-20-15-6050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07:23.7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07:24.3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07:24.7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8:09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323 0 24575,'1'20'0,"7"37"0,-1-11 0,3 28 0,-4-42 0,-2 0 0,-1 0 0,-3 57 0,-4-65 0,-1-1 0,-1 0 0,-11 28 0,-4 15 0,-51 191-682,-146 347-1,200-565-6143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8:10.0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24575,'0'482'0,"0"-459"0,-1-5 0,3 30 0,-1-45 0,-1 1 0,1 0 0,0-1 0,0 1 0,0 0 0,0-1 0,1 1 0,-1-1 0,1 0 0,0 0 0,0 1 0,0-1 0,5 5 0,-6-7 0,1 0 0,0 0 0,0 1 0,-1-1 0,1-1 0,0 1 0,0 0 0,0 0 0,0-1 0,0 1 0,0-1 0,0 1 0,0-1 0,0 0 0,0 0 0,1 0 0,1 0 0,37-9 0,-38 8 0,48-17 0,-1-2 0,82-45 0,-103 50 0,40-21 0,-1-2 0,85-65 0,-136 88-1365,-8 4-5461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33:07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0 896 24575,'1'-5'0,"1"0"0,-1 0 0,1 1 0,-1-1 0,2 0 0,-1 1 0,0 0 0,1-1 0,-1 1 0,1 0 0,1 0 0,-1 1 0,7-7 0,1-3 0,45-48 0,105-92 0,82-39 0,61-14 0,-264 183 0,0 2 0,2 2 0,1 2 0,0 2 0,1 1 0,46-7 0,173-34 0,-215 45 0,-7 3-1365,-24 6-5461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33:09.4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24575,'27'1'0,"0"1"0,0 2 0,44 11 0,75 30 0,-137-42 0,9 3 0,-6-2 0,0 0 0,0 1 0,13 6 0,-22-9 0,0 0 0,0 0 0,0 0 0,-1 0 0,1 0 0,-1 0 0,1 1 0,-1-1 0,0 1 0,0 0 0,0 0 0,0-1 0,-1 1 0,1 1 0,-1-1 0,2 6 0,1 8 0,-2 1 0,0-1 0,-1 1 0,0 0 0,-2-1 0,0 1 0,-5 22 0,-3 5 0,-24 69 0,19-72-341,-2-1 0,-1-1-1,-37 59 1,35-71-6485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07:23.7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07:24.3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07:24.7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5:08.4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5:16.0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24575,'19'0'0,"0"0"0,0 2 0,0 0 0,32 8 0,-42-7 0,0 0 0,-1 1 0,1 0 0,-1 0 0,0 1 0,0 0 0,0 1 0,-1 0 0,0 0 0,0 0 0,10 12 0,-7-4 0,-1-1 0,0 1 0,-1 1 0,-1-1 0,0 1 0,-1 0 0,-1 1 0,0 0 0,4 28 0,-3 2 0,-1 1 0,-2 53 0,-4 23 0,6 207 0,3-198 0,16 446 0,-23-484 0,4 0 0,5 0 0,28 126 0,-28-180 0,1 0 0,3-1 0,1 0 0,2-1 0,1-1 0,2 0 0,2-2 0,1 0 0,2-2 0,31 34 0,-41-52 0,0-1 0,1-1 0,0-1 0,1 0 0,30 15 0,-37-21 0,0-2 0,1 1 0,-1-1 0,1-1 0,0 0 0,0-1 0,1 0 0,-1 0 0,0-1 0,1-1 0,17-1 0,-25 0 0,0 0 0,-1-1 0,1 1 0,0-1 0,-1 0 0,1 0 0,-1 0 0,0 0 0,1-1 0,-1 1 0,0-1 0,-1 0 0,1 0 0,4-6 0,-5 7 0,0-1 0,0 1 0,0-1 0,-1 0 0,1 0 0,-1 0 0,1 0 0,-1 0 0,0 0 0,0 0 0,-1 0 0,1 0 0,-1-1 0,1 1 0,-1 0 0,0 0 0,0-1 0,-1-3 0,0 6 0,1-1 0,-1 1 0,0 0 0,1 0 0,-1-1 0,0 1 0,0 0 0,0 0 0,0 0 0,0 0 0,0 0 0,0 1 0,0-1 0,-1 0 0,1 0 0,0 1 0,0-1 0,-1 0 0,1 1 0,0 0 0,-1-1 0,1 1 0,-1 0 0,1-1 0,0 1 0,-1 0 0,1 0 0,-3 1 0,-3-1 0,-1 1 0,0 0 0,1 0 0,-9 3 0,1 1 0,-1 0 0,1 2 0,0-1 0,1 2 0,-1 0 0,2 1 0,-1 1 0,1-1 0,1 2 0,0 0 0,0 1 0,-18 23 0,15-14 0,0 1 0,1 1 0,2 0 0,0 0 0,1 2 0,2-1 0,-9 36 0,11-25 0,2 1 0,2-1 0,1 1 0,3 39 0,-1-30 0,30 483 11,-4-158-138,-21-122-52,-10 0 0,-11 0 0,-73 376 0,-31-126 501,-8 39 73,121-499-331,2-3-54,-2 0 0,-2 0 1,-1-1-1,-23 54 0,30-83-10,0 0 0,0-1 0,0 1 0,0 0 0,-1-1 0,0 0 0,0 0 0,0 0 0,0 0 0,-1 0 0,-6 3 0,4-3 0,0-1 0,0 0 0,-1-1 0,1 1 0,-1-2 0,1 1 0,-13 1 0,-63 11-1365,68-13-5461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5:26.3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1 213 24575,'4'-2'0,"7"-3"0,6-2 0,8-4 0,8-7 0,8-1 0,7-2 0,6 0 0,1 3 0,-5 1 0,-8 2 0,-10 4 0,-14 0 0,-16-7 0,-9 0-8191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5:41.4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152 1 24575,'10'127'0,"-1"-38"0,-3 235 0,-10-253 0,-2 1 0,-25 105 0,31-172 0,-1-1 0,-1 0 0,1 1 0,-1-1 0,1 0 0,-1 0 0,-3 5 0,4-9 0,1 1 0,-1 0 0,0-1 0,0 1 0,1-1 0,-1 1 0,0-1 0,0 1 0,0-1 0,0 1 0,1-1 0,-1 0 0,0 1 0,0-1 0,0 0 0,0 0 0,0 0 0,0 0 0,0 0 0,0 0 0,0 0 0,0 0 0,0 0 0,0 0 0,0 0 0,0-1 0,1 1 0,-1 0 0,0-1 0,0 1 0,0-1 0,0 1 0,0-1 0,1 1 0,-1-1 0,0 1 0,1-1 0,-2-1 0,-6-4 0,0 0 0,1-1 0,0 0 0,0 0 0,1-1 0,-1 0 0,2 0 0,-1-1 0,1 0 0,-5-11 0,8 16 0,0 0 0,1 0 0,-1 0 0,1 0 0,0-1 0,0 1 0,1 0 0,-1-1 0,1 1 0,0 0 0,0-1 0,0 1 0,1 0 0,0-1 0,-1 1 0,2 0 0,-1 0 0,0-1 0,1 1 0,0 0 0,0 0 0,0 1 0,0-1 0,0 0 0,1 1 0,3-5 0,9-5 0,-1 0 0,2 1 0,0 1 0,32-18 0,76-27 0,4-3 0,-124 57-80,0 1 0,-1-1-1,0 0 1,1 0 0,-1 0-1,0-1 1,0 1 0,0-1-1,0 0 1,0 1 0,-1-1 0,1 0-1,-1-1 1,0 1 0,0 0-1,2-6 1,-2 0-6746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5:41.7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160 1 24575,'-3'0'0,"-7"0"0,-7 3 0,-4 5 0,-2 5 0,0 0 0,3-1 0,2-7 0,4-16 0,4-7-8191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5:42.1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 24575,'-8'124'0,"11"68"0,-1-166 0,1-1 0,1 0 0,2 0 0,0 0 0,15 35 0,-20-57 0,0 0 0,1-1 0,-1 1 0,0-1 0,1 1 0,0-1 0,-1 1 0,1-1 0,0 0 0,0 0 0,0 0 0,0 0 0,1-1 0,-1 1 0,0 0 0,5 1 0,-4-2 0,-1-1 0,1 1 0,-1-1 0,1 0 0,0 0 0,-1 0 0,1 0 0,-1 0 0,1 0 0,0-1 0,-1 1 0,1-1 0,-1 0 0,1 0 0,-1 0 0,0 0 0,1 0 0,2-3 0,6-3-124,-1-1 0,1 0 0,-2-1 0,1 0 0,-1-1 0,0 0-1,-1 0 1,0-1 0,-1 0 0,8-16 0,-9 14-6702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5:42.8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66 24575,'0'185'0,"0"-184"0,0-1 0,0 0 0,0 1 0,0-1 0,0 0 0,0 1 0,0-1 0,0 1 0,0-1 0,0 0 0,0 1 0,0-1 0,0 1 0,0-1 0,0 0 0,0 1 0,1-1 0,-1 0 0,0 1 0,0-1 0,0 0 0,1 1 0,-1-1 0,0 0 0,0 0 0,1 1 0,-1-1 0,8-6 0,13-29 0,-13 21 0,10-14 0,-2-1 0,2 2 0,1 0 0,2 1 0,29-30 0,-49 55 0,0 0 0,0 0 0,1 0 0,-1-1 0,0 2 0,1-1 0,-1 0 0,1 0 0,-1 0 0,1 1 0,0-1 0,-1 1 0,1-1 0,0 1 0,-1-1 0,3 1 0,-3 0 0,0 0 0,0 1 0,0-1 0,0 0 0,0 1 0,0-1 0,0 1 0,0-1 0,0 1 0,0-1 0,0 1 0,0 0 0,-1-1 0,1 1 0,0 0 0,0 0 0,-1-1 0,1 1 0,0 1 0,2 4 0,0 0 0,0 1 0,-1-1 0,0 1 0,0-1 0,1 11 0,10 67 0,-4 0 0,-1 129 0,-8-212 0,0 1 0,0 0 0,0 0 0,0 0 0,0-1 0,-1 1 0,1 0 0,-1 0 0,1-1 0,-1 1 0,0 0 0,-1 2 0,2-4 0,-1 1 0,0-1 0,0 0 0,1 1 0,-1-1 0,0 0 0,0 0 0,1 1 0,-1-1 0,0 0 0,0 0 0,1 0 0,-1 0 0,0 0 0,0 0 0,0 0 0,1 0 0,-1 0 0,0-1 0,0 1 0,0 0 0,1 0 0,-1-1 0,0 1 0,1-1 0,-1 1 0,0 0 0,1-1 0,-2 0 0,-24-15 18,-39-33 1,26 19-1421,10 8-5424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5:43.4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 24575,'154'-5'0,"-153"5"0,0 0 0,0 0 0,-1 0 0,1-1 0,0 1 0,0 0 0,-1 0 0,1 1 0,0-1 0,0 0 0,-1 0 0,1 0 0,0 0 0,0 1 0,-1-1 0,1 0 0,0 1 0,-1-1 0,1 0 0,1 2 0,-2-2 0,0 1 0,0-1 0,0 1 0,0-1 0,0 1 0,0-1 0,-1 1 0,1-1 0,0 1 0,0-1 0,0 1 0,0-1 0,-1 1 0,1-1 0,0 1 0,0-1 0,-1 0 0,1 1 0,0-1 0,-1 0 0,1 1 0,-1 0 0,-32 24 0,27-21 0,2-1 0,-6 4 0,0 0 0,0 1 0,0 0 0,1 1 0,0 0 0,1 1 0,-9 12 0,17-22 0,-1 0 0,1 1 0,0-1 0,-1 1 0,1-1 0,0 1 0,0-1 0,0 1 0,-1-1 0,1 0 0,0 1 0,0-1 0,0 1 0,0-1 0,0 1 0,0-1 0,0 1 0,0-1 0,0 1 0,0-1 0,0 1 0,0-1 0,0 1 0,0-1 0,1 1 0,-1-1 0,0 1 0,0-1 0,1 1 0,-1-1 0,0 0 0,0 1 0,1-1 0,-1 1 0,0-1 0,1 0 0,0 1 0,0 0 0,1-1 0,0 1 0,0 0 0,0-1 0,0 1 0,0-1 0,0 0 0,0 0 0,0 0 0,2 0 0,6 0 0,0-1 0,19-4 0,3-4-273,-2-2 0,1-1 0,-1-1 0,37-23 0,-49 25-6553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5:44.5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363 1 24575,'1'0'0,"0"0"0,0 1 0,-1-1 0,1 1 0,0-1 0,-1 1 0,1-1 0,0 1 0,-1-1 0,1 1 0,-1 0 0,1-1 0,-1 1 0,1 0 0,-1 0 0,0-1 0,1 1 0,-1 0 0,1 1 0,6 19 0,-6-18 0,4 10 0,-2 0 0,4 18 0,-6-27 0,-1-1 0,1 1 0,-1 0 0,0-1 0,0 1 0,-1-1 0,1 1 0,-1-1 0,1 1 0,-1-1 0,0 1 0,0-1 0,-1 1 0,-2 4 0,-143 184 0,93-125 0,-99 123-1365,119-147-5461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5:45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24575,'6'0'0,"0"1"0,1 0 0,-1 0 0,1 1 0,-1 0 0,0 0 0,0 0 0,7 4 0,46 29 0,-42-24 0,136 91 0,-26-15 0,-105-77 119,-22-10-122,0 0 0,0 0 0,0 0 0,0 1 0,0-1 0,0 0-1,1 0 1,-1 0 0,0 0 0,0 0 0,0 0 0,0 0 0,0 0 0,0 0 0,0 0 0,0 0 0,0 0 0,0 0 0,0 0 0,0 0 0,0 0 0,1 0-1,-1 0 1,0 0 0,0 0 0,0 0 0,0 0 0,0 0 0,0 0 0,0-1 0,0 1 0,0 0 0,0 0 0,0 0 0,0 0 0,0 0 0,0 0-1,0 0 1,0 0 0,0 0 0,0 0 0,1 0 0,-1 0 0,0 0 0,0 0 0,0 0 0,0 0 0,0 0 0,0-1 0,0 1 0,0 0 0,0 0 0,0 0-1,0 0 1,0 0 0,0 0 0,0 0 0,0 0 0,0 0 0,0 0 0,0 0 0,0 0 0,0 0 0,0-1 0,-1 1 0,-8-9-1279,-4 0-5544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5:45.3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24575,'1'1'0,"6"3"0,4 3 0,3 2 0,3 1 0,0 1 0,0 0 0,-3-1 0,-3-2 0,-3-2 0,-7 3 0,-5-2-8191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5:45.7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24575,'109'-2'0,"116"4"0,-224-2 0,1 0 0,-1 0 0,1 0 0,-1 0 0,0 0 0,1 1 0,-1-1 0,1 0 0,-1 1 0,1-1 0,-1 1 0,0 0 0,1-1 0,-1 1 0,0 0 0,0 0 0,1 0 0,-1 0 0,0 0 0,2 2 0,-3-2 0,0 0 0,1 1 0,-1-1 0,0 0 0,0 1 0,0-1 0,0 0 0,0 1 0,0-1 0,-1 0 0,1 1 0,0-1 0,-1 0 0,1 1 0,-1-1 0,1 0 0,-1 0 0,0 0 0,1 1 0,-1-1 0,0 0 0,0 0 0,-1 1 0,-13 16 0,-2-1 0,0-1 0,-1 0 0,-1-1 0,-22 14 0,-5 4 0,18-10 0,20-15 0,-1-1 0,1 0 0,-2 0 0,1-1 0,-17 8 0,25-14-33,0 1 0,1-1-1,-1 0 1,0 0 0,1 1-1,-1-1 1,0 0 0,1 0 0,-1 0-1,0 0 1,1 0 0,-1 0-1,0 0 1,1 0 0,-1 0-1,0-1 1,1 1 0,-1 0 0,0 0-1,1-1 1,-1 1 0,0 0-1,1-1 1,-1 1 0,1 0-1,-1-1 1,1 1 0,-1-1 0,1 1-1,-1-1 1,1 1 0,-1-1-1,1 0 1,0 1 0,-1-1-1,1 1 1,0-1 0,0 0 0,-1 1-1,1-2 1,-2-7-6793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5:46.0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 24575,'0'0'0,"0"-1"0,0 1 0,1-1 0,-1 1 0,1-1 0,-1 1 0,0-1 0,1 1 0,-1 0 0,1-1 0,-1 1 0,1 0 0,-1-1 0,1 1 0,-1 0 0,1-1 0,-1 1 0,1 0 0,0 0 0,-1 0 0,1 0 0,-1 0 0,1 0 0,0 0 0,-1-1 0,2 2 0,18-2 0,-19 1 0,14 1 8,1 0 0,-1 2-1,1 0 1,-1 0 0,0 2 0,0 0-1,0 0 1,25 15 0,4 6-250,56 42 1,-51-32-711,-38-29-5874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5:52.3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454 1 24575,'1'2'0,"0"1"0,0 0 0,0-1 0,-1 1 0,1 0 0,-1 0 0,0-1 0,0 1 0,0 0 0,0 0 0,0 0 0,-1-1 0,1 1 0,-3 5 0,-16 37 0,2-16 0,-1-1 0,-1 0 0,-1-1 0,-36 35 0,-105 82 0,153-137 0,-13 10 0,0-1 0,-1-1 0,-34 18 0,55-32 0,0-1 0,0 1 0,1-1 0,-1 1 0,0-1 0,0 0 0,0 0 0,1 1 0,-1-1 0,0 0 0,0 0 0,0 0 0,0 0 0,0 0 0,0 0 0,-1 0 0,2 0 0,0-1 0,0 1 0,0 0 0,-1-1 0,1 1 0,0 0 0,0-1 0,0 1 0,0 0 0,0-1 0,0 1 0,0 0 0,0-1 0,0 1 0,0 0 0,0-1 0,1 1 0,-1 0 0,0-1 0,0 1 0,0 0 0,0-1 0,0 1 0,1 0 0,-1 0 0,0-1 0,0 1 0,20-26 0,-4 9-273,1 1 0,1 1 0,0 0 0,25-14 0,-26 19-6553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5:52.7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24575,'1'0'0,"1"0"0,-1 1 0,0-1 0,0 0 0,0 1 0,1-1 0,-1 1 0,0 0 0,0-1 0,0 1 0,0 0 0,0-1 0,0 1 0,0 0 0,0 0 0,0 0 0,-1 0 0,1 0 0,0 0 0,-1 0 0,1 0 0,0 0 0,-1 0 0,1 3 0,10 30 0,-6-2 0,-2 0 0,0 53 0,-3-50 0,8 62 0,-8-97-1,0 1 0,0-1 0,0 0 1,0 0-1,0 0 0,0 0 0,0 0 0,0 0 0,0 1 0,0-1 0,0 0 0,0 0 0,0 0 0,0 0 0,0 0 0,0 0 0,0 1 1,0-1-1,0 0 0,0 0 0,0 0 0,0 0 0,0 0 0,0 0 0,0 1 0,0-1 0,1 0 0,-1 0 0,0 0 0,0 0 0,0 0 1,0 0-1,0 0 0,0 0 0,0 0 0,0 1 0,0-1 0,1 0 0,-1 0 0,0 0 0,0 0 0,0 0 0,0 0 0,0 0 0,0 0 0,1 0 1,-1 0-1,0 0 0,0 0 0,0 0 0,0 0 0,0 0 0,1 0 0,-1 0 0,0 0 0,0 0 0,0 0 0,0 0 0,0 0 0,0 0 1,1 0-1,-1-1 0,6-10 146,3-17-1597,-3 5-5374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5:52.9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0 412 24575,'4'0'0,"0"-1"0,-1 1 0,1-1 0,0 0 0,-1 0 0,1-1 0,-1 1 0,1-1 0,5-3 0,30-23 0,-28 20 0,18-15 0,0-1 0,27-30 0,-46 45 0,-2-1 0,1-1 0,-1 0 0,-1 0 0,0 0 0,0-1 0,-2 0 0,1-1 0,4-16 0,-8 24-49,-2 0 1,1 0-1,-1 0 0,1 0 0,-1 0 1,-1 0-1,1 1 0,-1-1 0,0 0 1,0 0-1,0 0 0,0 1 0,-1-1 1,0 0-1,0 1 0,0 0 0,-1-1 1,1 1-1,-1 0 0,0 0 0,0 1 1,-1-1-1,1 1 0,-1-1 0,0 1 0,1 0 1,-7-3-1,-3-2-6777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5:53.2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24575,'1'9'0,"-1"0"0,2 0 0,0 0 0,0 0 0,5 14 0,2 6 0,37 151 0,-8-26 0,68 176 0,-104-325 0,-1-1 0,1 1 0,0-1 0,0 0 0,0 0 0,6 8 0,-7-11 0,-1-1 0,1 1 0,0-1 0,-1 1 0,1-1 0,0 0 0,-1 1 0,1-1 0,0 0 0,-1 1 0,1-1 0,0 0 0,0 0 0,-1 1 0,1-1 0,0 0 0,0 0 0,-1 0 0,1 0 0,0 0 0,0 0 0,-1-1 0,1 1 0,0 0 0,0 0 0,-1 0 0,1-1 0,0 1 0,0 0 0,-1-1 0,1 1 0,-1 0 0,1-1 0,0 1 0,-1-1 0,1 1 0,-1-1 0,1 0 0,-1 1 0,1-1 0,-1 0 0,1 0 0,8-9-114,-1-1 1,0 0-1,0 0 0,-1 0 0,-1-1 1,0 0-1,-1 0 0,0-1 0,-1 0 1,0 0-1,3-24 0,0-9-6712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5:53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24575,'1'0'0,"2"2"0,6 6 0,7 7 0,4 6 0,3 3 0,1 3 0,-2-1 0,-5-5 0,-4-5 0,-5-4 0,-3-3 0,-3-3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5:54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 1 24575,'111'11'0,"-39"-10"0,-72-1 0,0 0 0,0 1 0,0-1 0,0 0 0,0 0 0,0 1 0,0-1 0,0 0 0,0 0 0,0 1 0,0-1 0,0 0 0,0 1 0,0-1 0,0 0 0,0 0 0,0 1 0,0-1 0,0 0 0,0 0 0,0 1 0,0-1 0,0 0 0,-1 0 0,1 1 0,0-1 0,0 0 0,0 0 0,0 0 0,-1 1 0,1-1 0,0 0 0,0 0 0,0 0 0,-1 1 0,-11 14 0,7-8 0,-24 38 0,-42 90 0,19-33 0,-85 147 0,135-245-78,5-8 147,10-15-46,3-5-1402,6-6-5447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5:54.6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 24575,'16'36'0,"14"45"0,-8-17 0,-31-124 0,1 36 0,5 15 0,0 0 0,1 0 0,0-1 0,1 1 0,-2-13 0,3 20 0,1 0 0,-1 0 0,0 0 0,0 0 0,1 0 0,-1 1 0,1-1 0,-1 0 0,1 0 0,0 0 0,0 1 0,0-1 0,0 0 0,0 1 0,0-1 0,0 1 0,1-1 0,-1 1 0,1-1 0,-1 1 0,1 0 0,-1 0 0,1 0 0,0 0 0,-1 0 0,1 0 0,0 0 0,0 1 0,0-1 0,-1 1 0,3-1 0,2-1 0,-1 1 0,0 0 0,1 1 0,-1-1 0,1 1 0,-1 0 0,0 0 0,7 2 0,-11-2 0,0 0 0,0 1 0,0-1 0,0 0 0,0 1 0,1-1 0,-1 1 0,0-1 0,0 1 0,0 0 0,0 0 0,-1-1 0,1 1 0,0 0 0,0 0 0,0 0 0,-1 0 0,1 0 0,0 0 0,-1 0 0,1 0 0,-1 0 0,1 0 0,-1 0 0,0 0 0,1 0 0,-1 1 0,0-1 0,0 0 0,0 0 0,0 0 0,0 1 0,0-1 0,0 0 0,0 0 0,0 0 0,0 0 0,-1 1 0,1-1 0,-1 0 0,0 2 0,-4 11 0,0-1 0,-13 24 0,18-37-24,0 0-1,0 0 1,0 1 0,0-1-1,0 0 1,0 0 0,0 0-1,0 1 1,0-1-1,-1 0 1,1 0 0,0 0-1,0 1 1,0-1 0,0 0-1,0 0 1,0 0-1,0 0 1,0 1 0,-1-1-1,1 0 1,0 0 0,0 0-1,0 0 1,0 0-1,0 1 1,-1-1 0,1 0-1,0 0 1,0 0-1,0 0 1,-1 0 0,1 0-1,0 0 1,0 0 0,0 0-1,-1 0 1,1 0-1,0 0 1,0 0 0,0 0-1,-1 0 1,1 0 0,0 0-1,0 0 1,0 0-1,-1 0 1,1 0 0,0 0-1,0 0 1,0 0-1,-1 0 1,1 0 0,0-1-1,0 1 1,-2-6-6802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5:55.1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24575,'40'0'0,"-8"-1"0,0 1 0,45 8 0,-76-8 0,0 0 0,0 0 0,-1 0 0,1 0 0,0 1 0,0-1 0,0 0 0,-1 1 0,1-1 0,0 1 0,0-1 0,-1 1 0,1-1 0,-1 1 0,1-1 0,0 1 0,-1 0 0,1-1 0,-1 1 0,1 0 0,-1-1 0,1 1 0,0 2 0,-1-2 0,0 1 0,1 0 0,-1 0 0,0 0 0,0 0 0,0 0 0,0 0 0,0 0 0,-1 0 0,0 2 0,-2 6 0,0 0 0,-1 0 0,-6 11 0,6-15 0,0 4 0,-2 0 0,1 0 0,-1 0 0,-13 14 0,17-21 0,0-1 0,-1 0 0,1 0 0,-1 0 0,1 0 0,-1 0 0,0 0 0,0-1 0,0 1 0,0-1 0,0 0 0,0 0 0,0 0 0,0 0 0,-1-1 0,1 1 0,0-1 0,-1 0 0,1 0 0,-5 0 0,8 0-59,-1 0 0,0 0-1,1 0 1,-1 0-1,1-1 1,-1 1 0,1 0-1,-1 0 1,0 0 0,1-1-1,-1 1 1,1 0 0,-1-1-1,1 1 1,-1 0-1,1-1 1,0 1 0,-1 0-1,1-1 1,-1 1 0,1-1-1,-1 0 1,-1-5-6767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5:55.9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1 24575,'-1'18'0,"-2"1"0,0-1 0,-2 1 0,0-1 0,0 0 0,-11 20 0,-5 20 0,18-46 0,-5 10 0,2 0 0,-4 26 0,10-48 0,0 1 0,-1-1 0,1 1 0,0 0 0,0-1 0,0 1 0,0 0 0,0-1 0,0 1 0,0 0 0,0-1 0,0 1 0,0 0 0,0-1 0,0 1 0,0 0 0,0-1 0,1 1 0,-1-1 0,0 1 0,0 0 0,1-1 0,-1 1 0,0-1 0,1 1 0,-1-1 0,1 1 0,-1-1 0,1 1 0,-1-1 0,1 1 0,-1-1 0,1 0 0,-1 1 0,1-1 0,0 0 0,-1 1 0,1-1 0,-1 0 0,1 0 0,0 0 0,-1 1 0,1-1 0,0 0 0,-1 0 0,1 0 0,0 0 0,-1 0 0,2-1 0,4 0 0,-1 0 0,1-1 0,-1 0 0,10-5 0,-7 4 0,38-20 0,-29 14 0,-1 1 0,1 0 0,1 2 0,0 0 0,-1 0 0,2 2 0,20-3 0,-38 7 0,1 0 0,-1 0 0,0 0 0,1 0 0,-1 0 0,0 1 0,1-1 0,-1 0 0,0 1 0,1-1 0,-1 1 0,0-1 0,0 1 0,0 0 0,1 0 0,-1-1 0,0 1 0,0 0 0,0 0 0,0 0 0,0 0 0,-1 0 0,1 0 0,0 1 0,0-1 0,-1 0 0,1 0 0,-1 0 0,1 1 0,-1-1 0,1 0 0,-1 3 0,2 4 0,-1 0 0,0 0 0,-1 0 0,0 11 0,0-10 0,-1 11 0,-1 1 0,0-1 0,-2 1 0,0-1 0,-1 0 0,-9 20 0,9-28 0,0 0 0,-1 0 0,0 0 0,-1-1 0,0 0 0,-1 0 0,0-1 0,-1 0 0,0-1 0,-15 14 0,22-22 0,0 1 0,0-1 0,0 0 0,0 0 0,-1 0 0,1 0 0,0 0 0,0 0 0,0-1 0,-1 1 0,1-1 0,0 1 0,-1-1 0,1 0 0,-1 0 0,1 0 0,0 0 0,-1-1 0,1 1 0,0 0 0,-1-1 0,1 0 0,0 0 0,0 1 0,-1-1 0,1 0 0,0-1 0,0 1 0,0 0 0,-2-3 0,-6-4 0,1-1 0,0-1 0,0 1 0,-11-18 0,5 7 0,6 9 0,5 8 0,1 0 0,0 0 0,1-1 0,-1 1 0,1-1 0,-1 0 0,1 1 0,0-1 0,-2-6 0,4 9 0,0 1 0,0-1 0,1 1 0,-1 0 0,0-1 0,0 1 0,0-1 0,0 1 0,0-1 0,0 1 0,1-1 0,-1 1 0,0 0 0,0-1 0,1 1 0,-1-1 0,0 1 0,1 0 0,-1-1 0,0 1 0,1 0 0,-1-1 0,1 1 0,-1 0 0,0 0 0,1-1 0,-1 1 0,1 0 0,-1 0 0,1 0 0,18-5 0,-16 5 0,196-25 0,-197 25-116,-1 0 38,0 0 0,-1 0 0,1 0 0,0 0 0,0-1 0,-1 1 0,1 0 0,0 0-1,0-1 1,-1 1 0,1 0 0,0-1 0,-1 1 0,1-1 0,1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6:04.3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24575,'1'6'0,"1"0"0,-1 0 0,1 0 0,0-1 0,1 1 0,0 0 0,-1-1 0,2 0 0,-1 0 0,7 8 0,2 6 0,59 91 0,46 79 0,-112-179 0,0 2 0,0-1 0,-1 0 0,-1 1 0,0 0 0,0-1 0,-2 1 0,2 21 0,-4-7 0,0 0 0,-11 49 0,1-18 0,-5 23 0,-11 151 0,26-226 0,1 0 0,0 0 0,1 0 0,-1-1 0,1 1 0,0 0 0,0-1 0,0 1 0,1-1 0,0 1 0,0-1 0,0 1 0,3 4 0,-2-6 0,0 0 0,0 0 0,0 0 0,0 0 0,1-1 0,-1 1 0,0-1 0,1 0 0,0 0 0,0-1 0,0 1 0,-1-1 0,1 1 0,1-1 0,4 0 0,22 4 0,1-1 0,0-2 0,0-1 0,0-2 0,56-8 0,-71 5 0,-16 3 0,-2 3 0,-8 6 0,0 2 0,0 1 0,1 0 0,0 0 0,1 1 0,0 0 0,1 0 0,1 1 0,-8 22 0,0 13 0,-8 52 0,16-71 0,-85 550 0,88-558 0,-19 140 0,15-128 0,-2 0 0,-20 57 0,23-79 15,0 0 0,-1-1 0,0 0 0,0 0 0,-1 0 0,0-1 0,-11 10 0,15-16-35,0 0 0,0 0 0,-1 0 0,1-1-1,-1 0 1,0 0 0,0 0 0,1 0 0,-9 2 0,9-3-56,0-1 1,0 0-1,1 1 1,-1-1-1,0 0 1,0-1-1,1 1 1,-1 0-1,0-1 1,1 1-1,-1-1 1,0 0-1,1 0 1,-1 0-1,1 0 0,-5-3 1,-15-12-6751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6:12.7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24575,'2'2'0,"5"9"0,9 6 0,5 7 0,8 6 0,3 3 0,-4-2 0,-3-7 0,-6-5 0,-6-4 0,-3-2 0,-3-2 0,-3-1 0,-5 1 0,-1-3-8191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6:13.0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0 655 24575,'6'-1'0,"-1"0"0,1 0 0,-1 0 0,1 0 0,-1-1 0,0 0 0,0 0 0,0-1 0,0 1 0,0-1 0,0 0 0,-1-1 0,9-7 0,4-5 0,28-34 0,-25 24 0,-2 0 0,-1 0 0,24-52 0,29-94 0,-10 20 0,-27 92-1365,-26 49-5461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6:13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0 24575,'-1'1'0,"0"0"0,0 0 0,1 0 0,-1 0 0,0 0 0,1 0 0,-1 0 0,1 0 0,0 1 0,-1-1 0,1 0 0,0 0 0,0 0 0,-1 0 0,1 1 0,0-1 0,0 0 0,1 2 0,-2-1 0,-3 329 0,5-249 0,12 298 0,-5-160 0,-12-291 0,0 32 0,2 0 0,6-58 0,-3 85 0,1 0 0,0 1 0,1-1 0,0 1 0,1 0 0,0-1 0,1 2 0,0-1 0,1 1 0,0-1 0,0 2 0,15-18 0,-1 8 0,0 0 0,1 2 0,27-17 0,73-38 0,-118 70 5,0 0-1,1-1 1,-1 0 0,0 1-1,0-1 1,-1 0-1,1 0 1,0-1 0,-1 1-1,0 0 1,0-1 0,0 0-1,0 1 1,-1-1-1,1 0 1,-1 0 0,0 0-1,0 0 1,-1 0-1,1 0 1,-1 0 0,1 0-1,-1 0 1,-1 0-1,0-7 1,-1-6-302,-2-1 0,0 1 0,0 0 0,-12-26 0,8 24-6529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6:13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142 0 24575,'-2'91'0,"-31"177"0,-42 84 0,65-312 0,4-18 0,6-22 0,0 0 0,0 0 0,0 0 0,0 0 0,0 0 0,0 1 0,0-1 0,0 0 0,0 0 0,0 0 0,0 0 0,0 0 0,0 1 0,0-1 0,0 0 0,0 0 0,0 0 0,0 0 0,0 0 0,0 0 0,0 0 0,0 1 0,-1-1 0,1 0 0,0 0 0,0 0 0,0 0 0,0 0 0,0 0 0,0 0 0,0 0 0,-1 0 0,1 0 0,0 0 0,0 1 0,0-1 0,0 0 0,0 0 0,0 0 0,-1 0 0,1 0 0,0 0 0,0 0 0,0 0 0,0 0 0,0 0 0,-1 0 0,1 0 0,0 0 0,0-1 0,0 1 0,0 0 0,0 0 0,-1 0 0,-2-10 0,-1-15 0,2-7-1365,1 0-5461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6:14.0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24575,'5'1'0,"1"0"0,-1 1 0,0-1 0,0 1 0,0 0 0,0 0 0,0 1 0,0-1 0,-1 1 0,7 5 0,-1-2 0,41 25 0,-2 3 0,-1 1 0,69 67 0,-100-84 0,-8-7 0,0-1 0,1-1 0,0 0 0,0 0 0,1-1 0,13 8 0,-24-16 0,0 0 0,0 0 0,0 0 0,0 1 0,0-1 0,1 0 0,-1 0 0,0 0 0,0 0 0,0 0 0,1 1 0,-1-1 0,0 0 0,0 0 0,1 0 0,-1 0 0,0 0 0,0 0 0,0 0 0,1 0 0,-1 0 0,0 0 0,0 0 0,1 0 0,-1 0 0,0 0 0,0 0 0,0 0 0,1 0 0,-1 0 0,0-1 0,0 1 0,1 0 0,-1 0 0,0 0 0,0 0 0,0 0 0,0 0 0,1-1 0,-1 1 0,0 0 0,0 0 0,0 0 0,0-1 0,0 1 0,1 0 0,-1 0 0,0 0 0,0-1 0,0 1 0,0 0 0,0 0 0,0 0 0,0-1 0,0 1 0,-4-17 0,-9-21-1365,-5-8-5461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6:14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24575,'2'4'0,"3"6"0,2 4 0,2 4 0,2 2 0,-2 0 0,-1 0 0,-3 0 0,-2 0 0,-2 0 0,0-1 0,-1 2 0,-1-4-8191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6:16.0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1 142 24575,'2'0'0,"8"-2"0,12-5 0,12-3 0,18-6 0,7-2 0,1 0 0,-10 1 0,-11 1 0,-14 2 0,-12 1 0,-9 3-8191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6:16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358 1 24575,'-3'3'0,"0"-1"0,-1 1 0,1 1 0,0-1 0,0 0 0,1 1 0,-1-1 0,1 1 0,0 0 0,0 0 0,0 0 0,-2 6 0,-2 3 0,-87 171 0,-34 71 0,35-44 0,89-206-89,2-8 119,3-15 111,5-29-1456,-6 46 1183,6-38-6694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6:16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24575,'67'20'0,"28"10"0,145 57 0,-229-81 120,-11-6-144,0 0 0,0 0 0,0 0 0,0 0 0,0 0 0,1 0 0,-1 0 0,0 0 0,0 1 0,0-1 1,0 0-1,0 0 0,0 0 0,0 0 0,0 0 0,1 1 0,-1-1 0,0 0 0,0 0 0,0 0 0,0 0 0,0 1 0,0-1 0,0 0 0,0 0 0,0 0 0,0 0 0,0 1 0,0-1 0,0 0 0,0 0 1,0 0-1,0 0 0,0 1 0,-1-1 0,1 0 0,0 0 0,0 0 0,0 0 0,0 0 0,0 1 0,0-1 0,0 0 0,0 0 0,-1 0 0,1 0 0,0 0 0,0 0 0,0 0 0,0 1 0,0-1 1,-1 0-1,1 0 0,0 0 0,0 0 0,0 0 0,0 0 0,0 0 0,-1 0 0,1 0 0,0 0 0,-8 2-6802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6:17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24575,'2'0'0,"3"0"0,2 2 0,4 3 0,3 2 0,0 2 0,-4 0 0,-4-2-8191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6:18.2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 0 24575,'-2'2'0,"-5"7"0,-3 7 0,-5 12 0,-5 8 0,-1 5 0,3-1 0,9-9 0,10-15 0,7-12 0,1-9-8191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6:18.5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24575,'5'1'0,"0"1"0,0-1 0,0 1 0,0 0 0,-1 1 0,1-1 0,-1 1 0,0 0 0,0 0 0,0 0 0,6 7 0,-1-3 0,40 35 0,-25-21 0,0 0 0,2-2 0,37 22 0,-58-39 0,0 1 0,0-2 0,0 1 0,0 0 0,0-1 0,1 0 0,-1 0 0,0-1 0,1 0 0,-1 0 0,1 0 0,-1 0 0,0-1 0,1 0 0,-1 0 0,0 0 0,10-4 0,-11 3 0,-1 0 0,0 1 0,1-1 0,-1 0 0,0 0 0,0-1 0,0 1 0,-1-1 0,1 1 0,-1-1 0,1 0 0,-1 0 0,0 0 0,0 0 0,0-1 0,0 1 0,-1 0 0,1-1 0,-1 1 0,0-1 0,0 1 0,0-1 0,-1 0 0,1 0 0,-1 1 0,0-8 0,-1 6-62,0 0 1,0 0-1,-1 0 0,1 0 0,-1 0 0,0 1 1,-1-1-1,1 0 0,-6-6 0,4 5-685,-11-18-6079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6:18.7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24575,'0'2'0,"0"3"0,0 2 0,0 3 0,2 0 0,1 2 0,2-2 0,1 0 0,3-3 0,1 1 0,1 0 0,1-1 0,-2-2-8191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6:19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24575,'2'0'0,"3"0"0,4 2 0,7 3 0,4 2 0,0 4 0,-1 7 0,-3 3 0,-2 9 0,-1 5 0,-2 1 0,-2-3 0,-3-1 0,-4-8 0,-2-7-8191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27:33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84 24575,'6'0'0,"14"0"0,20-2 0,20-5 0,25-3 0,17 1 0,16 0 0,0 4 0,-11 1 0,-19 2 0,-22 1 0,-21 1 0,-18-2 0,-12-2 0,-7-3 0,-9-4 0,-3 0-8191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27:47.3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 1 24575,'14'23'0,"0"-1"0,25 31 0,-7-12 0,-12-12 0,1-1 0,1-1 0,2-1 0,30 26 0,-51-50 0,0 1 0,0-1 0,-1 1 0,1-1 0,0 1 0,-1 0 0,0 0 0,0 0 0,3 4 0,-5-6 0,0 1 0,1 0 0,-1-1 0,0 1 0,0-1 0,0 1 0,0 0 0,0-1 0,0 1 0,0 0 0,-1-1 0,1 1 0,-1-1 0,1 1 0,-1 0 0,1-1 0,-1 1 0,0-1 0,0 0 0,0 1 0,0-1 0,0 0 0,-2 3 0,-23 25 0,-1-2 0,-42 33 0,-6 6 0,-20 31-1365,63-64-5461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27:52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24575,'0'1'0,"1"0"0,-1 0 0,1 0 0,-1 0 0,1 0 0,-1 0 0,1 0 0,-1 0 0,0 0 0,0 0 0,0 0 0,1 3 0,-1-2 0,7 33 0,-2 1 0,-1-1 0,-2 1 0,-2 0 0,-6 60 0,10-109 0,1 0 0,0 0 0,0 1 0,2 0 0,-1 0 0,11-13 0,61-81 0,-77 104 0,1 0 0,0 0 0,0 0 0,0 0 0,0 0 0,0 0 0,1 0 0,-1 1 0,4-3 0,-5 4 0,-1 0 0,1 0 0,-1-1 0,1 1 0,-1 0 0,1 0 0,-1 0 0,1 0 0,-1 0 0,1 0 0,-1 0 0,1 1 0,-1-1 0,1 0 0,-1 0 0,1 0 0,-1 0 0,0 1 0,1-1 0,-1 0 0,1 0 0,0 1 0,0 0 0,0 0 0,-1 0 0,1 0 0,0 0 0,0 1 0,0-1 0,-1 0 0,1 1 0,-1-1 0,1 0 0,0 2 0,3 15 0,-1-1 0,-1 0 0,0 1 0,-1 21 0,-1-17 0,1-1 0,5 24 0,-6-44-5,0 0 0,0 0-1,0 0 1,1 0 0,-1 0-1,0 0 1,1 0 0,-1 0 0,1 0-1,-1 0 1,1 0 0,-1 0-1,1-1 1,1 2 0,-2-2 12,1 1-1,-1-1 1,0 0 0,1 0 0,-1 0 0,0 0 0,1 0 0,-1 0 0,0 0-1,1 0 1,-1 0 0,0 0 0,1 0 0,-1 0 0,0 0 0,1 0 0,-1 0-1,0 0 1,1 0 0,-1 0 0,0 0 0,1-1 0,-1 1 0,0 0 0,1 0-1,-1 0 1,1-1 0,18-22-1392,-19 22 1292,11-15-6733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27:52.9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17 138 24575,'-1'0'0,"1"0"0,-1 1 0,0-1 0,1 1 0,-1-1 0,1 1 0,-1-1 0,1 1 0,-1-1 0,1 1 0,-1-1 0,1 1 0,-1 0 0,1-1 0,-1 1 0,1 0 0,0-1 0,0 1 0,-1 0 0,1 0 0,0-1 0,0 1 0,0 0 0,0 1 0,-4 22 0,4-21 0,-1 8 0,0 0 0,1 1 0,0-1 0,1 0 0,0 0 0,5 19 0,-6-28 0,1 1 0,0 0 0,0 0 0,0-1 0,0 1 0,0-1 0,1 1 0,-1-1 0,1 1 0,0-1 0,0 0 0,-1 0 0,1 0 0,1 0 0,-1 0 0,0 0 0,0 0 0,1-1 0,-1 1 0,1-1 0,-1 0 0,1 0 0,0 0 0,-1 0 0,1 0 0,0 0 0,0-1 0,-1 0 0,1 1 0,0-1 0,5 0 0,-3-1 0,-1 0 0,1-1 0,-1 1 0,1-1 0,-1 0 0,0 0 0,0 0 0,0 0 0,0-1 0,0 0 0,0 0 0,0 0 0,-1 0 0,0 0 0,0-1 0,0 1 0,0-1 0,0 0 0,-1 0 0,1 0 0,2-7 0,1-3 0,0 0 0,-1 0 0,0 0 0,-1-1 0,3-22 0,-6 31 0,0-1 0,-1 0 0,0 1 0,-1-1 0,0 1 0,0-1 0,0 1 0,0-1 0,-1 1 0,0 0 0,-1-1 0,1 1 0,-1 0 0,-1 1 0,-5-9 0,6 10 0,0 0 0,0 1 0,0-1 0,0 1 0,-1 0 0,0 0 0,0 0 0,0 0 0,0 1 0,0 0 0,0-1 0,-1 2 0,1-1 0,-1 0 0,1 1 0,-1 0 0,0 0 0,1 0 0,-1 1 0,0 0 0,0-1 0,-5 2 0,-4 3 120,13-3-151,1-1 0,0 0 0,0 0 0,-1 0 0,1 0 0,0 1 0,0-1 0,0 0 1,0 0-1,-1 0 0,1 1 0,0-1 0,0 0 0,0 0 0,0 1 0,0-1 0,0 0 0,-1 0 0,1 1 0,0-1 0,0 0 0,0 0 0,0 1 0,0-1 1,0 0-1,0 0 0,0 1 0,0-1 0,0 0 0,0 1 0,0-1 0,1 0 0,-1 0 0,0 1 0,0-1 0,0 0 0,0 0 0,0 0 0,0 1 0,1-1 1,-1 0-1,0 0 0,0 1 0,0-1 0,1 0 0,-1 0 0,0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27:53.3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0 24575,'0'2'0,"0"6"0,0 12 0,-1 17 0,-1 19 0,-2 20 0,0 28 0,1 33 0,2 16 0,1-4 0,1-20 0,1-30 0,-1-31 0,0-30 0,0-27 0,-1-20 0,0-16 0,0-3-8191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27:54.0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24575,'9'8'0,"1"-1"0,0 0 0,0-1 0,1 0 0,0 0 0,0-1 0,0-1 0,0 0 0,17 3 0,-13-3 0,0 1 0,0 1 0,-1 0 0,22 12 0,-33-15 0,1 0 0,-1 0 0,0 0 0,0 0 0,0 0 0,-1 1 0,1-1 0,-1 1 0,0 0 0,0 0 0,0 0 0,0 0 0,-1 0 0,1 0 0,-1 0 0,0 0 0,0 9 0,0-10 0,-1-1 0,0 1 0,0 0 0,0 0 0,0 0 0,-1-1 0,1 1 0,-1 0 0,1 0 0,-1-1 0,0 1 0,0 0 0,0-1 0,-1 1 0,1-1 0,-1 1 0,1-1 0,-1 0 0,0 0 0,0 0 0,0 0 0,0 0 0,0 0 0,0 0 0,0 0 0,-1-1 0,1 1 0,-3 0 0,-16 5 0,0 0 0,-33 5 0,29-7 0,-39 13 0,42-12-1365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28:17.0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215 472 24575,'0'-1'0,"0"0"0,-1 1 0,1-1 0,0 0 0,0 0 0,-1 0 0,1 1 0,-1-1 0,1 0 0,-1 0 0,1 1 0,-1-1 0,1 0 0,-1 1 0,0-1 0,1 1 0,-1-1 0,0 1 0,1-1 0,-2 0 0,-20-9 0,13 6 0,8 3 0,-7-3 0,0 0 0,0 1 0,0 0 0,-16-4 0,22 6 0,0 1 0,0 0 0,0 0 0,0 0 0,0 0 0,-1 0 0,1 0 0,0 0 0,0 1 0,0-1 0,0 1 0,0-1 0,0 1 0,0 0 0,0 0 0,0 0 0,0 0 0,0 0 0,0 1 0,1-1 0,-1 0 0,1 1 0,-1-1 0,1 1 0,-3 2 0,-2 7 0,0-1 0,0 1 0,1 1 0,1-1 0,0 1 0,0-1 0,-2 17 0,-9 87 0,13-101 0,1 1 0,-3 45 0,4-57 0,0 0 0,0 0 0,0 0 0,1 0 0,-1 0 0,1 0 0,0 0 0,0 0 0,0 0 0,0 0 0,1 0 0,-1-1 0,1 1 0,-1 0 0,3 2 0,-2-4 0,-1 0 0,1 0 0,-1 0 0,1-1 0,-1 1 0,1 0 0,0-1 0,-1 1 0,1-1 0,0 1 0,-1-1 0,1 0 0,0 0 0,0 0 0,-1 0 0,1 0 0,0 0 0,0 0 0,-1-1 0,1 1 0,0-1 0,-1 1 0,1-1 0,0 1 0,-1-1 0,1 0 0,-1 0 0,1 0 0,1-1 0,6-4 0,-1 0 0,0-1 0,12-12 0,4-7 0,-1-1 0,-1-1 0,-2-1 0,22-41 0,-16 20 0,37-106 0,-52 121 0,-2 0 0,-1-1 0,-1-1 0,-3 1 0,-1-1 0,-1 0 0,-2 0 0,-6-48 0,2 125 0,0-11 0,-15 499 0,19-513 0,-1-4 0,2-1 0,-1 1 0,1-1 0,4 17 0,-5-25 0,1 0 0,0 0 0,-1 0 0,1 0 0,0 0 0,0 0 0,0 0 0,0-1 0,1 1 0,-1 0 0,0-1 0,1 1 0,-1 0 0,1-1 0,-1 0 0,1 1 0,0-1 0,0 0 0,-1 0 0,1 0 0,0 0 0,0 0 0,0-1 0,0 1 0,0-1 0,0 1 0,1-1 0,1 1 0,8-1 0,0-1 0,0 0 0,0 0 0,0-1 0,0-1 0,-1 0 0,1 0 0,-1-1 0,0-1 0,0 0 0,0 0 0,-1-1 0,0-1 0,0 1 0,0-2 0,-1 1 0,0-1 0,-1-1 0,0 0 0,0 0 0,-1 0 0,0-1 0,0 0 0,-1 0 0,-1-1 0,1 0 0,5-20 0,-7 19 0,-2-1 0,1 0 0,-2 0 0,0 1 0,0-1 0,-1 0 0,-4-24 0,4 36 0,0 0 0,0 1 0,0-1 0,0 0 0,0 0 0,-1 1 0,1-1 0,0 0 0,0 0 0,-1 1 0,1-1 0,-1 0 0,1 1 0,0-1 0,-1 1 0,1-1 0,-1 1 0,0-1 0,1 1 0,-1-1 0,1 1 0,-1-1 0,0 1 0,1-1 0,-1 1 0,0 0 0,1 0 0,-1-1 0,-1 1 0,0 0 0,1 0 0,-1 1 0,1-1 0,-1 0 0,1 1 0,-1-1 0,1 1 0,-1 0 0,1-1 0,0 1 0,-1 0 0,1 0 0,-2 1 0,-4 4 0,1 0 0,-1 1 0,-9 13 0,8-10 0,2 0 0,-1 1 0,2-1 0,-1 1 0,1 0 0,1 0 0,-5 21 0,8-28 0,0 0 0,1 0 0,-1 0 0,1 1 0,0-1 0,1 0 0,-1 0 0,1 1 0,-1-1 0,1 0 0,1 0 0,-1 0 0,0 0 0,1 0 0,0 0 0,0 0 0,0-1 0,1 1 0,-1-1 0,1 1 0,0-1 0,-1 0 0,2 0 0,-1 0 0,4 2 0,4 3 0,-1-1 0,1 0 0,1-1 0,-1 0 0,1-1 0,0-1 0,23 7 0,-29-10 0,0 0 0,1 0 0,-1 0 0,1-1 0,-1 0 0,1 0 0,-1 0 0,0-1 0,1 0 0,-1-1 0,0 1 0,1-1 0,-1 0 0,0-1 0,0 1 0,-1-1 0,9-6 0,17-14-1365,-1-2-5461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28:17.5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628 138 24575,'-205'-111'0,"190"105"0,0 0 0,-32-8 0,45 13 0,1 1 0,-1 0 0,1 0 0,-1 0 0,1 0 0,-1 1 0,1-1 0,0 0 0,-1 0 0,1 1 0,-1-1 0,1 1 0,0 0 0,-1-1 0,1 1 0,0 0 0,-1 0 0,1-1 0,0 1 0,0 0 0,-2 2 0,-21 28 0,21-27 0,-20 32 0,2 2 0,1 0 0,1 2 0,3 0 0,-14 50 0,5 6 0,-15 116 0,5 144 0,23 1 0,12-340 0,0-5 0,0 0 0,-1 0 0,0 0 0,-1-1 0,-5 20 0,7-30 0,0-1 0,0 0 0,0 0 0,0 1 0,0-1 0,0 0 0,0 0 0,0 1 0,0-1 0,0 0-1,-1 0 1,1 1 0,0-1 0,0 0 0,0 0 0,0 1 0,0-1 0,-1 0 0,1 0 0,0 0 0,0 0 0,0 1 0,-1-1 0,1 0-1,0 0 1,0 0 0,0 0 0,-1 0 0,1 0 0,0 1 0,0-1 0,-1 0 0,1 0 0,0 0 0,0 0 0,-1 0 0,1 0 0,0 0-1,0 0 1,-1 0 0,1 0 0,0 0 0,0 0 0,-1 0 0,1-1 0,0 1 0,0 0 0,-1 0 0,1 0 0,0 0 0,0 0 0,-1 0-1,1-1 1,-10-12-1157,10 12 953,-15-25-6622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28:17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24575,'4'0'0,"7"0"0,14 6 0,13 6 0,7 3 0,9 1 0,3 0 0,5-3 0,-1-4 0,-3-3 0,-8-3 0,-10-2 0,-10 0 0,-10-4 0,-9 0-8191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28:18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135 134 24575,'1'-2'0,"1"0"0,-1 0 0,0 0 0,0 0 0,0 0 0,-1 0 0,1-1 0,0 1 0,-1 0 0,1 0 0,-1-1 0,0 1 0,0 0 0,0-5 0,-5-32 0,4 36 0,0-1 0,0 1 0,0 0 0,0 0 0,-1-1 0,1 1 0,-1 0 0,0 0 0,0 0 0,0 1 0,0-1 0,0 0 0,-1 1 0,1 0 0,-1-1 0,-4-2 0,5 4 0,0 0 0,0 1 0,0-1 0,0 0 0,0 1 0,0-1 0,0 1 0,0 0 0,0-1 0,0 1 0,-1 0 0,1 1 0,0-1 0,0 0 0,0 0 0,0 1 0,0-1 0,0 1 0,0 0 0,0 0 0,0 0 0,0 0 0,0 0 0,0 0 0,1 0 0,-1 0 0,0 1 0,-1 1 0,-2 2 0,1 0 0,0 1 0,0-1 0,0 1 0,1 0 0,0 0 0,0 0 0,0 0 0,1 0 0,0 1 0,0-1 0,0 1 0,0 11 0,1-13 0,0 0 0,1 0 0,0 0 0,0 0 0,0 0 0,1 0 0,-1 0 0,1 0 0,0 0 0,1 0 0,-1 0 0,1 0 0,0-1 0,0 1 0,1-1 0,-1 1 0,1-1 0,6 8 0,-7-11 0,0 1 0,-1-1 0,1 1 0,0-1 0,0 0 0,0 0 0,1 0 0,-1 0 0,0 0 0,0 0 0,0 0 0,1-1 0,-1 1 0,0-1 0,1 0 0,-1 0 0,0 0 0,1 0 0,-1 0 0,0 0 0,1 0 0,-1-1 0,0 0 0,0 1 0,1-1 0,-1 0 0,0 0 0,0 0 0,0 0 0,0 0 0,0 0 0,0-1 0,0 1 0,0-1 0,2-3 0,6-5 0,0 0 0,-1-1 0,-1 0 0,12-18 0,16-31 0,-36 60 0,0 0 0,0-1 0,0 1 0,0 0 0,1-1 0,-1 1 0,0-1 0,0 1 0,0 0 0,0 0 0,1-1 0,-1 1 0,0 0 0,0-1 0,1 1 0,-1 0 0,0 0 0,1-1 0,-1 1 0,0 0 0,1 0 0,-1 0 0,0-1 0,1 1 0,-1 0 0,0 0 0,1 0 0,-1 0 0,1 0 0,-1 0 0,0 0 0,1 0 0,-1 0 0,0 0 0,1 0 0,-1 0 0,1 0 0,-1 0 0,0 0 0,1 0 0,-1 0 0,0 1 0,1-1 0,-1 0 0,0 0 0,1 0 0,-1 1 0,0-1 0,1 0 0,-1 0 0,0 1 0,0-1 0,1 0 0,-1 1 0,0-1 0,0 0 0,0 1 0,1-1 0,-1 0 0,0 1 0,0-1 0,0 0 0,0 1 0,0-1 0,0 0 0,0 1 0,0 0 0,7 37 0,-4-22 0,-3-14-59,0 0 0,1 0-1,-1 0 1,1-1-1,-1 1 1,1 0 0,0-1-1,0 1 1,0 0 0,0-1-1,0 1 1,0-1 0,0 1-1,0-1 1,1 0-1,-1 1 1,0-1 0,1 0-1,-1 0 1,1 0 0,-1 0-1,3 1 1,8 0-6767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28:18.9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 24575,'-1'41'0,"-1"-25"0,2 0 0,0-1 0,1 1 0,0 0 0,1-1 0,1 1 0,7 23 0,-9-37 0,-1 0 0,1-1 0,0 1 0,0-1 0,-1 1 0,1-1 0,0 1 0,1-1 0,-1 0 0,0 1 0,0-1 0,0 0 0,1 0 0,-1 0 0,1 0 0,-1 0 0,1 0 0,-1-1 0,1 1 0,-1 0 0,1-1 0,0 1 0,-1-1 0,1 0 0,0 1 0,-1-1 0,1 0 0,0 0 0,0 0 0,-1 0 0,1 0 0,0-1 0,0 1 0,-1-1 0,1 1 0,-1-1 0,1 1 0,0-1 0,-1 0 0,2 0 0,7-4 0,-1-1 0,0 0 0,0 0 0,-1-1 0,8-7 0,48-61 0,-64 75 0,1 0 0,-1 0 0,0 0 0,1-1 0,-1 1 0,1 0 0,-1 0 0,0 0 0,1 0 0,-1 0 0,1 0 0,-1 0 0,1 0 0,-1 0 0,0 0 0,1 0 0,-1 0 0,1 0 0,-1 0 0,0 0 0,1 1 0,-1-1 0,1 0 0,-1 0 0,0 0 0,1 1 0,-1-1 0,0 0 0,1 0 0,-1 1 0,0-1 0,1 0 0,-1 1 0,1-1 0,10 15 0,-9-12 0,12 17 0,-9-12 0,0 1 0,1-1 0,0 0 0,1 0 0,0-1 0,0 0 0,1 0 0,-1 0 0,13 6 0,-19-12 3,1 0 0,-1-1 1,1 0-1,-1 1 0,0-1 0,1 0 0,-1 0 0,1 0 0,-1 0 0,1 0 0,-1 0 1,1 0-1,-1 0 0,1-1 0,-1 1 0,1 0 0,-1-1 0,0 1 0,1-1 1,-1 0-1,0 0 0,1 1 0,-1-1 0,0 0 0,0 0 0,0 0 0,1-1 0,3-4-209,0 1 0,0-1 0,-1 0-1,4-8 1,-5 10-215,16-27-6405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28:19.3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0 24575,'0'4'0,"-4"13"0,-4 26 0,-7 34 0,-9 39 0,-1 25 0,4 9 0,4-12 0,8-23 0,8-32 0,5-30 0,6-24 0,10-27 0,5-23 0,5-17 0,-2-9 0,-4 2-8191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28:19.7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 0 24575,'-1'16'0,"-1"-1"0,0 0 0,-6 24 0,-1 2 0,-4 29 0,-2 6 0,-7 121 0,22-194 0,0 1 0,0-1 0,1 0 0,-1 0 0,1 0 0,0 1 0,0-1 0,2 5 0,-3-7 0,1 0 0,-1-1 0,0 1 0,1-1 0,-1 1 0,0-1 0,1 1 0,-1-1 0,1 1 0,-1-1 0,1 0 0,-1 1 0,1-1 0,-1 0 0,1 1 0,0-1 0,-1 0 0,1 0 0,-1 1 0,1-1 0,0 0 0,-1 0 0,1 0 0,0 0 0,-1 0 0,1 0 0,0 0 0,-1 0 0,1 0 0,-1 0 0,1 0 0,0 0 0,-1-1 0,1 1 0,0 0 0,-1 0 0,1-1 0,-1 1 0,1 0 0,-1-1 0,1 1 0,-1-1 0,1 1 0,-1-1 0,1 1 0,-1 0 0,0-1 0,1 0 0,0 0 0,1-2-105,1-1 0,-1 0 0,1 1 0,-1-1 0,0 0 0,-1 0 0,1 0 0,-1-1 0,1 1 0,-1 0 0,-1-1 0,2-3 0,1-15-6721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28:19.9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24575,'2'4'0,"7"3"0,7 5 0,12 2 0,6 0 0,10 3 0,4 0 0,0-3 0,-4-4 0,-7-4 0,-7-2 0,-7-3 0,-5 0 0,-2-2 0,-2 1 0,0-1 0,-4 0-8191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28:42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 24575,'2'0'0,"5"0"0,9 0 0,10 0 0,12 0 0,12 0 0,4 0 0,-2 0 0,-8 0 0,-7-2 0,-8-1 0,-8-5 0,-9-2-8191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28:42.5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24575,'4'1'0,"0"0"0,-1 1 0,1 0 0,0-1 0,-1 1 0,1 0 0,-1 1 0,0-1 0,0 1 0,0-1 0,0 1 0,0 0 0,4 6 0,-1-3 0,9 10 0,-1 1 0,-1 1 0,22 36 0,-28-41 0,-1-1 0,0 1 0,-1 1 0,0-1 0,-1 1 0,0-1 0,1 18 0,-5-30 1,0 0-1,1 1 1,-1-1-1,0 0 1,0 1-1,0-1 1,0 1-1,0-1 1,-1 0-1,1 1 0,0-1 1,-1 0-1,1 1 1,-1-1-1,1 0 1,-1 0-1,1 1 1,-1-1-1,0 0 1,0 0-1,0 0 1,1 0-1,-1 0 1,0 0-1,0 0 1,0 0-1,-2 1 0,-1-1-3,0 0 0,0 0 0,0 0 0,0 0-1,0 0 1,0-1 0,-6 0 0,-21 4-1350,19 0-5473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28:43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1 24575,'-4'0'0,"-7"12"0,-8 26 0,-1 26 0,3 19 0,5 11 0,8-3 0,11-12 0,8-18 0,3-20 0,2-14 0,0-12 0,-1-8 0,1-6 0,-2-5 0,3-5 0,-3-2-8191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28:43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17 24575,'-4'5'0,"1"0"0,0 1 0,1 0 0,-1 0 0,1-1 0,0 1 0,0 0 0,1 1 0,-1-1 0,1 11 0,-1-8 0,0 2 0,-5 43 0,7-50 0,0 1 0,0-1 0,0 1 0,1-1 0,-1 0 0,1 0 0,0 1 0,1-1 0,2 8 0,-3-10 0,1 0 0,-1-1 0,1 1 0,-1 0 0,1-1 0,-1 1 0,1-1 0,0 1 0,0-1 0,0 0 0,0 0 0,0 0 0,0 0 0,0 0 0,0 0 0,0-1 0,0 1 0,1-1 0,-1 1 0,0-1 0,0 0 0,1 0 0,-1 0 0,0 0 0,0 0 0,5-2 0,-1 1 0,0 0 0,-1 0 0,1-1 0,0 0 0,-1 0 0,1-1 0,-1 0 0,0 0 0,5-3 0,-5 1 0,0 0 0,0 1 0,-1-2 0,0 1 0,0 0 0,-1-1 0,1 0 0,-1 0 0,0 0 0,-1 0 0,1 0 0,-1 0 0,-1-1 0,1 1 0,0-13 0,-1 15 0,-1 0 0,1-1 0,-1 1 0,0 0 0,-1-1 0,1 1 0,-1 0 0,0-1 0,0 1 0,0 0 0,-1 0 0,1 0 0,-1 0 0,0 0 0,0 0 0,0 0 0,-1 0 0,1 1 0,-1 0 0,0-1 0,0 1 0,0 0 0,-1 0 0,-6-4 0,-15-1-1365,14 7-5461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28:43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0 24575,'2'1'0,"-1"1"0,1-1 0,0 0 0,0 1 0,-1-1 0,1 1 0,-1-1 0,1 1 0,-1 0 0,0 0 0,0-1 0,0 1 0,0 0 0,0 0 0,1 3 0,0 0 0,11 19 0,-2 1 0,-1 0 0,-1 1 0,10 47 0,-11-33 0,-3 1 0,1 61 0,-6-83 0,-1-1 0,-1 1 0,-1-1 0,0 0 0,-2 1 0,-9 24 0,10-31 0,-1 0 0,-1-1 0,0 0 0,0 0 0,-1-1 0,-1 1 0,0-2 0,0 1 0,0-1 0,-15 11 0,20-17-170,-1-1-1,1 0 0,-1 0 1,1 0-1,-1 0 0,0 0 1,-5 0-1,-4 1-6655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4:02.7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1 137 24575,'3'52'0,"2"0"0,3-1 0,18 66 0,-24-110 0,0 4 0,0-1 0,1 0 0,0-1 0,0 1 0,1 0 0,1-1 0,9 15 0,-14-23 0,1 0 0,-1-1 0,1 1 0,-1 0 0,1 0 0,0-1 0,-1 1 0,1-1 0,0 1 0,0-1 0,-1 1 0,1-1 0,0 1 0,0-1 0,0 0 0,0 1 0,0-1 0,-1 0 0,1 0 0,0 0 0,0 0 0,0 0 0,0 0 0,0 0 0,0 0 0,0 0 0,1 0 0,0-1 0,0 0 0,0 0 0,0-1 0,0 1 0,-1 0 0,1-1 0,0 1 0,-1-1 0,1 1 0,-1-1 0,2-2 0,4-6 0,-1-1 0,-1 0 0,6-14 0,2-11 0,-1 0 0,12-73 0,-2-78 0,-13 127-1365,-4 45-5461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4:04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196 122 24575,'0'-2'0,"0"0"0,-1-1 0,0 1 0,1 0 0,-1-1 0,0 1 0,0 0 0,0 0 0,-1 0 0,1 0 0,0 0 0,-1 0 0,0 0 0,-2-2 0,-30-27 0,20 19 0,7 6 0,1 0 0,0 1 0,0 0 0,-1 0 0,1 1 0,-10-6 0,14 9 0,1 1 0,0-1 0,-1 1 0,1-1 0,0 1 0,-1 0 0,1 0 0,0-1 0,-1 1 0,1 0 0,-1 0 0,1 0 0,0 0 0,-1 1 0,1-1 0,0 0 0,-1 1 0,1-1 0,0 1 0,-1-1 0,1 1 0,0-1 0,0 1 0,0 0 0,-1 0 0,1-1 0,0 1 0,0 0 0,0 0 0,0 0 0,0 0 0,1 1 0,-1-1 0,0 0 0,0 0 0,1 0 0,-2 3 0,-3 8 0,0 1 0,0 0 0,1 0 0,1 0 0,0 0 0,1 1 0,1-1 0,-1 16 0,2 14 0,8 53 0,-7-82 0,0-5 0,-1 0 0,1 0 0,1 0 0,0-1 0,0 1 0,1 0 0,0-1 0,6 12 0,-9-19 0,1 0 0,-1-1 0,1 1 0,0 0 0,-1-1 0,1 1 0,0 0 0,-1-1 0,1 1 0,0-1 0,0 1 0,0-1 0,0 1 0,0-1 0,0 0 0,-1 0 0,1 1 0,0-1 0,0 0 0,0 0 0,0 0 0,0 0 0,0 0 0,0 0 0,0 0 0,0 0 0,0 0 0,0-1 0,0 1 0,0 0 0,0 0 0,0-1 0,0 1 0,-1-1 0,1 1 0,0-1 0,0 1 0,0-1 0,0-1 0,4-1 0,-1-1 0,0 0 0,0 0 0,0 0 0,5-8 0,4-10 0,0 0 0,-2 0 0,13-34 0,17-73 0,-35 114 0,-6 15 0,1-1 0,-1 1 0,0 0 0,0 0 0,0 0 0,0 0 0,0 0 0,0 0 0,0 0 0,0 0 0,0 0 0,0 0 0,0 0 0,1 0 0,-1 0 0,0 0 0,0 0 0,0 0 0,0 0 0,0 0 0,0 0 0,0 0 0,0 0 0,1 0 0,-1 0 0,0 0 0,0 0 0,0 0 0,0 0 0,0 0 0,0 0 0,0 0 0,0 0 0,0 0 0,0 0 0,1 0 0,-1 0 0,0 0 0,0 0 0,0 0 0,0 0 0,0 1 0,0-1 0,0 0 0,0 0 0,0 0 0,0 0 0,0 0 0,0 0 0,0 0 0,0 0 0,0 0 0,0 0 0,0 1 0,0-1 0,0 0 0,0 0 0,0 0 0,0 0 0,0 0 0,4 28 0,-4-22 0,2 19 0,-2-11 0,1 0 0,0 0 0,2-1 0,-1 1 0,1 0 0,8 18 0,-11-31-29,0-1-1,0 1 0,0 0 1,1-1-1,-1 1 0,0-1 0,1 1 1,-1 0-1,0-1 0,1 1 1,-1-1-1,0 1 0,1-1 1,-1 1-1,1-1 0,-1 0 1,1 1-1,0-1 0,-1 1 1,1-1-1,-1 0 0,1 0 1,-1 1-1,1-1 0,0 0 1,-1 0-1,1 0 0,0 0 1,-1 1-1,1-1 0,0 0 0,-1 0 1,1 0-1,0-1 0,-1 1 1,1 0-1,0 0 0,-1 0 1,1 0-1,-1-1 0,1 1 1,0 0-1,-1 0 0,1-1 1,0 0-1,9-6-6796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4:04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1 24575,'-13'197'0,"4"-93"0,-8 260 0,17-291 0,4-1 0,3 0 0,17 75 0,-23-143 0,0 4 0,1 1 0,1-1 0,-1 0 0,5 7 0,-7-14 0,0 0 0,1 0 0,-1 0 0,1 0 0,-1 0 0,1 0 0,-1-1 0,1 1 0,0 0 0,-1 0 0,1-1 0,0 1 0,-1 0 0,1-1 0,0 1 0,0-1 0,0 1 0,0-1 0,0 1 0,0-1 0,-1 0 0,1 1 0,0-1 0,0 0 0,0 0 0,0 0 0,0 0 0,0 1 0,0-1 0,0-1 0,0 1 0,0 0 0,0 0 0,0 0 0,0 0 0,0-1 0,0 1 0,0 0 0,0-1 0,0 1 0,1-2 0,3-2-273,1 0 0,-1-1 0,0 1 0,6-9 0,4-4-6553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4:05.5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1 24575,'-7'110'0,"3"-83"0,2 0 0,1 0 0,1 1 0,5 42 0,-4-67 0,-1-1 0,1 0 0,-1 1 0,1-1 0,0 0 0,0 0 0,0 0 0,2 3 0,-3-4 0,1 0 0,-1-1 0,1 1 0,-1-1 0,1 1 0,-1-1 0,1 0 0,0 1 0,-1-1 0,1 1 0,-1-1 0,1 0 0,0 0 0,-1 1 0,1-1 0,0 0 0,-1 0 0,1 0 0,1 0 0,1 0 0,-1-1 0,0 1 0,1-1 0,-1 0 0,0 0 0,0 0 0,1 0 0,-1-1 0,0 1 0,0-1 0,0 1 0,-1-1 0,1 0 0,3-3 0,12-16 0,-1 0 0,0-1 0,-2-1 0,0 0 0,-2-1 0,-1 0 0,-1-1 0,10-35 0,-20 60 0,0 0 0,0 0 0,0 0 0,0 0 0,0 0 0,0 1 0,0-1 0,0 0 0,0 0 0,0 0 0,0 0 0,0 0 0,1 0 0,-1 0 0,0 0 0,0 0 0,0 0 0,0 0 0,0 0 0,0 0 0,0 0 0,0 0 0,0 0 0,0 0 0,0 0 0,0 0 0,0 0 0,0 0 0,0 0 0,0 0 0,0 0 0,0 0 0,0 0 0,1 0 0,-1 0 0,0 0 0,0 0 0,0 0 0,0-1 0,0 1 0,0 0 0,0 0 0,0 0 0,0 0 0,1 11 0,-1 16 0,0-1 0,1 0 0,6 40 0,-5-54 0,1 0 0,0-1 0,1 1 0,0-1 0,0 0 0,1 0 0,1 0 0,7 10 0,-12-19 3,0-1 0,0 1 0,0-1 0,0 0 0,0 0-1,1 0 1,-1 1 0,0-1 0,1 0 0,-1 0 0,1-1 0,-1 1-1,1 0 1,-1 0 0,1-1 0,0 1 0,-1-1 0,1 1 0,0-1 0,-1 0-1,1 0 1,0 0 0,-1 0 0,1 0 0,0 0 0,0 0 0,-1 0-1,1-1 1,1 0 0,4-1-120,0-1 0,-1-1 0,1 1 0,-1-1 0,9-7 0,-5 4-632,4-3-6077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34:06.2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12 276 24575,'4'-1'0,"0"0"0,0 0 0,0 0 0,0-1 0,0 1 0,0-1 0,-1 0 0,1 0 0,3-3 0,13-6 0,-13 7 0,-1 0 0,0 0 0,-1 0 0,1 0 0,-1-1 0,1 0 0,-1 0 0,-1 0 0,1-1 0,-1 0 0,6-9 0,-2 1 0,0-1 0,-1 0 0,9-29 0,-15 39 0,0 1 0,1-1 0,-2 1 0,1-1 0,0 1 0,-1-1 0,0 1 0,0-1 0,-1 0 0,1 1 0,-2-7 0,1 10 0,1-1 0,-1 0 0,0 0 0,0 1 0,0-1 0,0 0 0,0 1 0,-1-1 0,1 1 0,0-1 0,-1 1 0,1 0 0,-1 0 0,1 0 0,-1 0 0,0 0 0,1 0 0,-1 0 0,0 0 0,0 0 0,1 1 0,-1-1 0,0 1 0,0 0 0,0-1 0,0 1 0,0 0 0,-3 0 0,1 0 0,0 1 0,-1-1 0,1 1 0,0 0 0,0 0 0,0 1 0,1-1 0,-1 1 0,0-1 0,0 1 0,1 1 0,-1-1 0,1 0 0,0 1 0,-1 0 0,1-1 0,0 1 0,1 0 0,-1 1 0,1-1 0,-1 0 0,1 1 0,-2 4 0,-4 7 0,1 1 0,0-1 0,1 1 0,-5 23 0,6-18 0,1-1 0,1 1 0,-1 37 0,4-48 0,0 1 0,1-1 0,0 0 0,1 0 0,0 0 0,1 1 0,0-2 0,1 1 0,6 14 0,-7-20 0,-1-1 0,0-1 0,1 1 0,-1 0 0,1-1 0,0 1 0,0-1 0,0 0 0,0 0 0,0 0 0,1 0 0,-1-1 0,1 1 0,-1-1 0,1 0 0,-1 0 0,1 0 0,0 0 0,-1-1 0,8 1 0,8-1 0,-1 0 0,36-6 0,-37 3 0,1 1-116,9-1 241,27-7 0,-48 9-261,0-1-1,0 0 1,0 0 0,0-1 0,0 1-1,-1-1 1,1 0 0,-1-1 0,0 1-1,6-6 1,-5 2-6690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7:43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1 24575,'6'4'0,"0"-1"0,0 1 0,0-1 0,0 0 0,1 0 0,-1-1 0,1 0 0,0 0 0,0 0 0,8 0 0,4 2 0,-13-2 0,-1-2 0,-1 1 0,0 0 0,0 0 0,0 1 0,0-1 0,0 1 0,6 4 0,-9-5 0,0 0 0,0 0 0,0 0 0,0 0 0,0 1 0,-1-1 0,1 0 0,0 1 0,-1-1 0,1 0 0,-1 1 0,1-1 0,-1 1 0,0-1 0,0 1 0,1-1 0,-1 0 0,0 1 0,0-1 0,0 1 0,-1-1 0,1 1 0,0-1 0,-1 1 0,1-1 0,-1 3 0,0 0 0,-1 0 0,1-1 0,0 1 0,-1 0 0,0-1 0,0 1 0,0-1 0,0 1 0,-1-1 0,1 0 0,-1 0 0,0 0 0,0 0 0,0 0 0,0-1 0,0 1 0,-1-1 0,1 0 0,-1 0 0,1 0 0,-1-1 0,0 1 0,0-1 0,0 0 0,0 0 0,0 0 0,0-1 0,0 1 0,0-1 0,0 0 0,0 0 0,0 0 0,0-1 0,0 0 0,0 1 0,0-1 0,0-1 0,0 1 0,1 0 0,-5-3 0,8 4 0,-1-1 0,0 1 0,0-1 0,0 1 0,1 0 0,-1-1 0,0 1 0,0 0 0,0 0 0,0 0 0,1 0 0,-1 0 0,0 0 0,0 0 0,0 0 0,0 0 0,0 0 0,1 0 0,-1 0 0,0 1 0,0-1 0,0 0 0,0 0 0,1 1 0,-1-1 0,-1 2 0,1-1 0,0 0 0,0 0 0,1 0 0,-1 1 0,0-1 0,1 0 0,-1 1 0,1-1 0,-1 1 0,1-1 0,0 0 0,-1 1 0,1-1 0,0 3 0,0 1 0,0 0 0,1 1 0,-1-1 0,1 0 0,0 0 0,0 1 0,1-1 0,2 5 0,-1-4-41,0-1 0,1 0-1,-1 0 1,1 0-1,1 0 1,-1-1 0,0 0-1,1 0 1,0 0 0,0 0-1,0-1 1,1 0-1,-1 0 1,1 0 0,0-1-1,-1 1 1,1-1 0,0-1-1,0 1 1,1-1-1,-1 0 1,0-1 0,0 1-1,0-1 1,1 0 0,-1-1-1,0 0 1,0 0-1,0 0 1,0-1 0,0 1-1,9-5 1,-9 3-6785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7:43.9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93 24575,'2'0'0,"4"0"0,7 0 0,9-3 0,12-2 0,9-2 0,4-2 0,3-2 0,-5 0 0,-6 1 0,-6 1 0,-5 3 0,-6-1 0,-4 2 0,-3 2 0,-4 0 0,-6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7:44.1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24575,'0'2'0,"0"7"0,0 9 0,0 10 0,0 12 0,0 11 0,0 1 0,0-3 0,0-6 0,2-12 0,1-13 0,4-15 0,4-14 0,4-14 0,-1-3-8191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7:44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24575,'0'6'0,"0"8"0,0 10 0,1 17 0,1 11 0,3 13 0,2 3 0,0 1 0,0-6 0,1-12 0,0-14 0,-1-13-8191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7:45.0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0 24575,'0'3'0,"0"7"0,0 11 0,0 12 0,0 10 0,0 3 0,0-3 0,0-7 0,0-9 0,-2-9 0,0-9-8191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7:45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24575,'0'2'0,"0"3"0,0 3 0,3 5 0,3 0 0,1 0 0,2 0 0,0-3 0,0-3 0,2-2 0,3-1 0,4-1 0,7-1 0,3-5 0,4-5 0,-3-2-8191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7:47.9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46 213 24575,'2'14'0,"-1"1"0,2-1 0,0 0 0,6 15 0,-7-22 0,-25-74 0,14 45 0,2-1 0,0 0 0,1 0 0,1-1 0,1 1 0,-1-28 0,6 49 0,-1 0 0,0 0 0,1 1 0,-1-1 0,1 0 0,0 0 0,0 0 0,-1 0 0,1 0 0,0 1 0,1-1 0,-1 0 0,0 1 0,0-1 0,1 1 0,-1-1 0,1 1 0,-1 0 0,1 0 0,-1-1 0,1 1 0,0 0 0,0 1 0,0-1 0,-1 0 0,1 0 0,0 1 0,0-1 0,3 0 0,7-1 0,0 0 0,1 1 0,19-1 0,-22 2 0,198-1 0,-113 2 0,-94-1 0,0 0 0,0 0 0,0 0 0,0 0 0,0 0 0,0 0 0,0 0 0,0 0 0,0 1 0,0-1 0,0 0 0,0 1 0,0-1 0,0 0 0,0 1 0,0 0 0,0-1 0,1 2 0,-2-2 0,0 1 0,0-1 0,0 1 0,0-1 0,1 1 0,-1-1 0,0 1 0,0-1 0,0 1 0,0 0 0,0-1 0,0 1 0,-1-1 0,1 1 0,0-1 0,0 1 0,0-1 0,0 1 0,-1-1 0,1 1 0,0-1 0,0 1 0,-1-1 0,1 1 0,-5 5 0,0 0 0,0 0 0,-11 9 0,8-9 0,1 1-273,-1 0 0,0 0 0,-1-1 0,-10 7 0,5-7-6553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7:48.4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84 24575,'0'2'0,"0"21"0,-1-18 0,-1-13 0,1 6 0,0-7 0,-1 0 0,2 0 0,-1 0 0,1 0 0,1-10 0,-1 17 0,0 0 0,1 0 0,-1 1 0,1-1 0,-1 0 0,1 0 0,0 1 0,-1-1 0,1 1 0,0-1 0,0 0 0,0 1 0,0 0 0,1-1 0,-1 1 0,0 0 0,1-1 0,-1 1 0,0 0 0,1 0 0,-1 0 0,1 0 0,0 0 0,-1 1 0,1-1 0,0 0 0,0 1 0,-1-1 0,1 1 0,0 0 0,3-1 0,-2 1 0,0 0 0,0 0 0,0 0 0,0 0 0,0 0 0,0 1 0,0-1 0,0 1 0,0 0 0,0 0 0,0 0 0,0 0 0,-1 0 0,1 1 0,0-1 0,-1 1 0,5 3 0,-6-3 0,0-1 0,0 1 0,0-1 0,0 1 0,0 0 0,0 0 0,0-1 0,0 1 0,-1 0 0,1 0 0,-1 0 0,0 0 0,1 0 0,-1 0 0,0 0 0,0 0 0,0 0 0,0 0 0,-1 0 0,1 0 0,0 0 0,-1 0 0,0-1 0,1 1 0,-1 0 0,0 0 0,0 0 0,-2 2 0,1-1 2,0 0 0,0 0 0,-1 0 0,1 0 0,-1-1 0,1 1 0,-1-1 0,0 0 0,0 0 0,0 0 0,-6 2 0,-42 16-87,19-8-1219,16-5-5522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7:49.0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92 24575,'0'25'0,"-1"-13"0,1-1 0,0 0 0,3 16 0,-3-26 0,0 0 0,1-1 0,-1 1 0,0 0 0,0-1 0,1 1 0,-1-1 0,0 1 0,0-1 0,1 1 0,-1-1 0,1 1 0,-1-1 0,1 1 0,-1-1 0,0 1 0,1-1 0,-1 1 0,1-1 0,0 0 0,-1 1 0,1-1 0,-1 0 0,1 0 0,0 1 0,-1-1 0,1 0 0,-1 0 0,1 0 0,0 0 0,-1 0 0,1 0 0,0 0 0,-1 0 0,1 0 0,0 0 0,-1 0 0,1 0 0,1-1 0,27-11 0,-24 9 0,109-61 0,-63 34 0,100-43 0,-148 72 0,1-1 0,0 1 0,0 0 0,0 0 0,0 1 0,1-1 0,-1 1 0,5 0 0,-8 0 0,0 0 0,0 0 0,-1 0 0,1 1 0,0-1 0,0 0 0,0 1 0,0-1 0,0 1 0,-1-1 0,1 1 0,0-1 0,0 1 0,-1-1 0,1 1 0,0 0 0,-1-1 0,1 1 0,-1 0 0,1 0 0,-1-1 0,1 1 0,-1 0 0,0 0 0,1 0 0,-1 0 0,0 0 0,1 0 0,-1-1 0,0 1 0,0 0 0,0 0 0,0 0 0,0 0 0,0 0 0,0 0 0,0 0 0,-1 0 0,1 0 0,0 0 0,-1 1 0,-2 8 0,-1-1 0,0 1 0,0-1 0,-1 0 0,0 0 0,-1-1 0,0 1 0,-7 8 0,-2 2 0,-7 13 0,11-15 0,0-1 0,-2 0 0,0 0 0,-20 18 0,32-33 0,-1 0 0,1 0 0,0-1 0,-1 1 0,1 0 0,0-1 0,-1 0 0,1 1 0,-1-1 0,1 0 0,0 1 0,-1-1 0,1 0 0,-1 0 0,1 0 0,-1-1 0,1 1 0,-1 0 0,1 0 0,-1-1 0,1 1 0,0-1 0,-1 1 0,1-1 0,0 0 0,-1 1 0,1-1 0,0 0 0,0 0 0,0 0 0,0 0 0,0 0 0,0 0 0,-2-2 0,-3-4 0,-1-1 0,1 0 0,-9-14 0,14 19 0,-6-8-455,1-1 0,-9-23 0,9 18-6371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7:49.3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 24575,'0'-2'0,"1"2"0,4 8 0,3 11 0,2 13 0,2 14 0,1 13 0,-1 10 0,-3 3 0,-3-2 0,-3-7 0,-1-8 0,-1-12 0,-1-14-8191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7:54.6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24575,'35'20'0,"-1"-2"0,2-1 0,40 12 0,-39-14 0,312 98 0,8-25 0,-290-72 0,77 30 0,-107-31 0,-1 1 0,0 2 0,48 33 0,54 50-1365,-110-78-5461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7:27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24575,'2'0'0,"10"1"0,6 3 0,11 5 0,11 12 0,6 6 0,3 5 0,2 6 0,-3 2 0,-4 2 0,0 3 0,-5 2 0,-6-4 0,-7-8 0,-8-7 0,-7-10-8191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7:28.1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0 24575,'3'1'0,"0"1"0,0-1 0,-1 1 0,1-1 0,0 1 0,0 0 0,-1 0 0,0 0 0,1 0 0,-1 0 0,0 0 0,0 1 0,0-1 0,3 6 0,-2-5 0,11 16 0,-1-1 0,0 1 0,-2 1 0,0 0 0,-1 1 0,-1 0 0,-1 1 0,10 40 0,-18-60 0,1 0 0,-1 0 0,0 0 0,1 0 0,-1 0 0,0 0 0,0 0 0,-1 0 0,1 0 0,0 0 0,-1 0 0,1 0 0,-1 0 0,0 0 0,-1 3 0,1-4 0,0 0 0,0 0 0,0 0 0,0 0 0,0-1 0,0 1 0,-1 0 0,1-1 0,0 1 0,0 0 0,-1-1 0,1 0 0,0 1 0,-1-1 0,1 0 0,-1 0 0,1 1 0,0-1 0,-1 0 0,1 0 0,-1-1 0,1 1 0,0 0 0,-3-1 0,-19-4 11,0-2 0,0 0 1,-34-16-1,1 0-1421,39 16-5416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7:31.7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138 172 24575,'0'-2'0,"0"-15"0,-1-1 0,0 0 0,-4-18 0,4 31 0,0 1 0,-1-1 0,1 0 0,-1 0 0,0 0 0,0 1 0,-1-1 0,0 1 0,1 0 0,-2 0 0,1 0 0,0 0 0,-1 0 0,1 1 0,-6-5 0,8 7 0,-1 0 0,1 1 0,0-1 0,0 0 0,-1 0 0,1 1 0,0-1 0,-1 1 0,1-1 0,-1 1 0,1 0 0,-1-1 0,1 1 0,-1 0 0,1 0 0,0 0 0,-1 0 0,1 0 0,-1 1 0,1-1 0,-1 0 0,1 1 0,-2 0 0,1 0 0,-1 0 0,1 1 0,0-1 0,0 1 0,0 0 0,0 0 0,0 0 0,0 0 0,0 0 0,1 0 0,-3 5 0,0 0 0,0 1 0,1 0 0,0-1 0,0 2 0,1-1 0,0 0 0,-1 11 0,2-10 0,2 0 0,-1 1 0,1-1 0,0 0 0,5 17 0,-5-21 0,1 0 0,0-1 0,0 1 0,0 0 0,0-1 0,1 0 0,-1 1 0,1-1 0,0 0 0,0 0 0,1-1 0,5 6 0,-9-9 0,1 1 0,0-1 0,0 0 0,0 1 0,0-1 0,-1 1 0,1-1 0,0 0 0,0 0 0,0 0 0,0 0 0,0 1 0,0-1 0,0 0 0,0 0 0,0-1 0,0 1 0,0 0 0,-1 0 0,1 0 0,0-1 0,0 1 0,0 0 0,0-1 0,0 1 0,0-1 0,-1 1 0,1-1 0,0 1 0,0-1 0,-1 0 0,1 1 0,0-1 0,-1 0 0,1 1 0,-1-1 0,1 0 0,0-1 0,3-5 0,0 1 0,-1-1 0,5-12 0,-5 13 0,5-18 0,-6 18 0,0 0 0,0 0 0,0 0 0,7-12 0,-3 52 0,-5-24 20,0-1 0,1 0 0,0 0 0,0-1 0,5 11 0,-7-17-66,1 0-1,0 0 1,0-1-1,0 1 1,0 0 0,0-1-1,0 1 1,1-1-1,-1 0 1,0 1 0,1-1-1,-1 0 1,1 0-1,-1 0 1,1 0-1,0 0 1,-1 0 0,1 0-1,0 0 1,0-1-1,0 1 1,-1-1 0,1 0-1,0 1 1,0-1-1,0 0 1,0 0 0,0 0-1,0 0 1,0 0-1,2-1 1,11-3-6780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7:32.4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115 258 24575,'-2'-8'0,"0"-1"0,0 1 0,0 0 0,-1 0 0,0 0 0,-1 0 0,0 1 0,-9-14 0,13 21 0,0-1 0,0 0 0,-1 1 0,1-1 0,-1 1 0,1-1 0,0 1 0,-1-1 0,1 1 0,-1-1 0,1 1 0,-1-1 0,1 1 0,-1 0 0,1-1 0,-1 1 0,1 0 0,-1 0 0,0-1 0,1 1 0,-1 0 0,0 0 0,1 0 0,-1 0 0,1-1 0,-1 1 0,0 0 0,1 0 0,-1 0 0,0 1 0,1-1 0,-2 0 0,0 1 0,1 0 0,-1 0 0,1 0 0,-1 0 0,1 1 0,0-1 0,-1 0 0,1 1 0,0-1 0,0 1 0,-1 2 0,-3 5 0,0 1 0,1 0 0,-4 11 0,3-3 0,0 0 0,1 1 0,1-1 0,0 1 0,1-1 0,2 1 0,2 36 0,-2-54 0,0 1 0,1 0 0,-1 0 0,0-1 0,1 1 0,-1 0 0,1-1 0,0 1 0,0-1 0,0 1 0,-1-1 0,1 1 0,1-1 0,-1 1 0,0-1 0,2 2 0,-2-3 0,-1 0 0,1 1 0,0-1 0,0 0 0,0 1 0,0-1 0,0 0 0,0 0 0,0 0 0,0 0 0,0 0 0,-1 0 0,1 0 0,0 0 0,0 0 0,0-1 0,0 1 0,0 0 0,0 0 0,0-1 0,1 0 0,3-2 0,0-1 0,0 0 0,0 1 0,-1-2 0,1 1 0,-1-1 0,5-5 0,7-13 0,0-1 0,-2-1 0,0 0 0,-2 0 0,10-32 0,-2-2 0,14-78 0,-32 115 0,-1 14 0,-3 9 0,-7 37 0,2 1 0,2-1 0,1 1 0,2 61 0,2-90 0,3 73 0,-2-74 0,0 0 0,1 0 0,0 0 0,0 0 0,1-1 0,7 16 0,-10-23 4,1 0-1,-1 0 0,0-1 1,1 1-1,-1 0 0,1 0 1,-1-1-1,1 1 0,0 0 1,-1-1-1,1 1 0,-1 0 1,1-1-1,0 1 0,0-1 1,-1 1-1,1-1 0,0 1 1,0-1-1,0 0 0,-1 1 1,1-1-1,0 0 0,0 0 1,0 0-1,0 0 0,0 0 1,0 1-1,0-1 0,-1-1 1,1 1-1,0 0 0,0 0 1,1-1-1,1 0-138,-1 0 0,0 0 1,0-1-1,0 1 0,0-1 1,0 0-1,0 1 0,-1-1 0,1 0 1,2-4-1,7-11-6691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7:33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133 396 24575,'0'-5'0,"0"1"0,0-1 0,-1 0 0,1 1 0,-1-1 0,0 1 0,-1-1 0,1 1 0,-1-1 0,0 1 0,-2-5 0,2 7 0,0-1 0,0 1 0,0 0 0,0 0 0,0 0 0,0 0 0,-1 0 0,1 0 0,-1 1 0,0-1 0,1 1 0,-1-1 0,0 1 0,0 0 0,0 0 0,0 1 0,0-1 0,-3 0 0,4 1 0,0 0 0,0 0 0,0 0 0,0 0 0,0 0 0,-1 0 0,1 0 0,0 1 0,0-1 0,0 1 0,0 0 0,1-1 0,-1 1 0,0 0 0,0 0 0,0 0 0,1 0 0,-1 1 0,0-1 0,1 0 0,-1 1 0,1-1 0,0 1 0,-1 0 0,1-1 0,0 1 0,0 0 0,0 0 0,0 0 0,0-1 0,0 1 0,1 0 0,-2 4 0,-1 7 0,0 0 0,1 0 0,1 0 0,-1 15 0,2-18 0,-1 4 0,0-1 0,1 1 0,1 0 0,0 0 0,1 0 0,7 25 0,-9-38 0,0 0 0,0 0 0,1 0 0,-1 0 0,1 0 0,-1 0 0,1 0 0,-1 0 0,1 0 0,-1 0 0,1 0 0,0 0 0,-1 0 0,1-1 0,0 1 0,0 0 0,0-1 0,0 1 0,-1 0 0,1-1 0,0 1 0,0-1 0,0 1 0,0-1 0,0 0 0,0 1 0,0-1 0,1 0 0,-1 0 0,0 0 0,0 0 0,0 0 0,0 0 0,0 0 0,0 0 0,0 0 0,0 0 0,0-1 0,0 1 0,0 0 0,0-1 0,0 1 0,0-1 0,2 0 0,2-2 0,-1-1 0,1 1 0,-1-1 0,0 0 0,0 0 0,0 0 0,4-6 0,7-13 0,0-1 0,-1-1 0,-2 0 0,0-1 0,14-49 0,23-141 0,-31 123 0,-12 70 0,-3 14 0,-1 13 0,-9 180 0,3-133 0,1-1 0,3 0 0,11 95 0,1-104 120,-11-39-185,-1-1 1,1 1-1,0-1 1,-1 1-1,1-1 1,0 0-1,0 1 0,0-1 1,0 0-1,0 0 1,1 0-1,-1 0 1,0 0-1,0 0 0,1 0 1,-1 0-1,1-1 1,-1 1-1,1 0 1,-1-1-1,1 1 1,2 0-1,6-1-6761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7:33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32 122 24575,'1'50'0,"0"-13"0,-1 1 0,-2 0 0,-13 71 0,9-93 0,0-13 0,5-4 0,1-1 0,-1 1 0,1 0 0,-1-1 0,1 1 0,-1-1 0,1 1 0,0 0 0,-1-1 0,1 1 0,0-1 0,0 1 0,0-1 0,0 1 0,1-3 0,3-30 0,1 1 0,2 0 0,1 0 0,2 0 0,1 1 0,17-35 0,-24 58 0,1 0 0,-1 1 0,2 0 0,-1 0 0,1 1 0,0-1 0,0 1 0,1 0 0,0 1 0,0 0 0,1 0 0,-1 0 0,2 1 0,-1 0 0,0 1 0,1-1 0,9-2 0,-16 7 3,-1-1-1,1 1 0,-1 0 1,1 0-1,-1 0 1,1 0-1,-1 0 0,1 0 1,-1 0-1,1 1 1,-1-1-1,1 0 0,-1 1 1,1-1-1,-1 1 1,1 0-1,-1-1 0,0 1 1,1 0-1,-1 0 1,0 0-1,0 0 0,0 0 1,0 0-1,2 2 1,1 3-84,0-1 1,0 1-1,-1 0 1,4 10-1,0 0-944,-2-7-5801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7:34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0 141 24575,'2'2'0,"0"-1"0,0 0 0,0 0 0,0 0 0,0-1 0,0 1 0,0 0 0,0-1 0,0 1 0,0-1 0,1 0 0,-1 0 0,3 0 0,30-2 0,-28 0 0,0 0 0,-1 0 0,1 0 0,0-1 0,-1 0 0,1-1 0,-1 1 0,0-1 0,0 0 0,-1-1 0,1 0 0,-1 1 0,0-2 0,0 1 0,-1-1 0,1 1 0,-1-1 0,0 0 0,-1-1 0,1 1 0,-2-1 0,1 1 0,0-1 0,1-9 0,-4 15 0,1 0 0,-1 0 0,0 1 0,0-1 0,0 0 0,0 0 0,0 0 0,0 1 0,0-1 0,0 0 0,0 0 0,0 0 0,0 1 0,-1-1 0,1 0 0,0 0 0,0 1 0,-1-1 0,1 0 0,0 1 0,-1-1 0,1 0 0,-1 1 0,1-1 0,-2 0 0,2 1 0,-1-1 0,0 1 0,0 0 0,0 0 0,0 0 0,0 0 0,0 0 0,0 0 0,0 0 0,1 0 0,-1 0 0,0 0 0,0 1 0,0-1 0,0 0 0,0 0 0,-1 2 0,-4 1 0,0 1 0,0 0 0,0 0 0,-6 5 0,-4 6 0,1 0 0,0 1 0,-17 24 0,27-32 0,0 0 0,0 0 0,1 0 0,0 1 0,1-1 0,-1 1 0,2 0 0,-1 0 0,1 0 0,-1 13 0,3-19 0,-1-1 0,1 1 0,0 0 0,0-1 0,1 1 0,-1 0 0,1-1 0,-1 1 0,1-1 0,0 1 0,0-1 0,0 1 0,0-1 0,0 1 0,0-1 0,1 0 0,-1 0 0,1 0 0,0 0 0,3 4 0,-1-4 0,-1 0 0,1 0 0,-1 0 0,1 0 0,0-1 0,0 0 0,0 1 0,0-1 0,0-1 0,0 1 0,0-1 0,5 1 0,7-2 0,0 0 0,0 0 0,-1-2 0,1 0 0,27-9 0,-11 0-1365,-4 0-5461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7:35.6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186 45 24575,'-5'-5'0,"-1"1"0,0-1 0,0 1 0,-1 0 0,1 1 0,-1 0 0,1 0 0,-1 0 0,-12-2 0,15 3 0,-1 1 0,1 0 0,-1 0 0,0 1 0,1-1 0,-1 1 0,0 0 0,0 1 0,1-1 0,-1 1 0,0 0 0,1 0 0,-1 0 0,1 1 0,-9 3 0,11-4 0,0 1 0,-1 0 0,1 0 0,0 0 0,1 0 0,-1 0 0,0 0 0,0 0 0,1 1 0,0-1 0,-1 1 0,1-1 0,0 1 0,0-1 0,0 1 0,0 0 0,1 0 0,-1-1 0,1 1 0,0 0 0,0 0 0,0-1 0,0 1 0,0 0 0,0 0 0,1 0 0,-1-1 0,2 5 0,1 2 0,0 0 0,0-1 0,1 0 0,0 0 0,0 0 0,1 0 0,8 10 0,2-2 0,-11-12 0,0-1 0,0 1 0,-1 0 0,1 1 0,-1-1 0,4 8 0,-6-11 0,-1 0 0,0 1 0,1-1 0,-1 0 0,0 0 0,0 0 0,0 1 0,0-1 0,0 0 0,0 0 0,0 1 0,0-1 0,-1 0 0,1 0 0,0 0 0,-1 0 0,1 1 0,-1-1 0,1 0 0,-1 0 0,1 0 0,-1 0 0,0 0 0,0 0 0,1 0 0,-1 0 0,0-1 0,0 1 0,0 0 0,0 0 0,0-1 0,0 1 0,0 0 0,-2 0 0,1 0-85,-1 0 0,1 0-1,0 0 1,0-1 0,-1 1-1,1 0 1,0-1 0,-1 0-1,1 1 1,0-1 0,-1 0-1,1 0 1,-1-1 0,1 1-1,-4-1 1,0-2-6741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7:37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 29 24575,'0'-1'0,"-1"0"0,1 0 0,-1 0 0,1 0 0,-1 0 0,1 0 0,-1 0 0,0 0 0,0 0 0,0 0 0,1 0 0,-1 0 0,0 0 0,0 1 0,0-1 0,0 0 0,0 1 0,0-1 0,0 1 0,0-1 0,-1 1 0,1-1 0,0 1 0,0 0 0,-2-1 0,-30-5 0,27 6 0,-57-3 0,57 3 0,0 1 0,-1-1 0,1 1 0,0 0 0,-1 1 0,1 0 0,-8 3 0,13-5 0,0 1 0,0 0 0,1-1 0,-1 1 0,0 0 0,0 0 0,1 0 0,-1 0 0,1 0 0,-1-1 0,0 1 0,1 0 0,0 0 0,-1 0 0,1 1 0,0-1 0,-1 0 0,1 0 0,0 0 0,0 0 0,0 0 0,0 0 0,0 0 0,0 0 0,0 0 0,0 0 0,1 1 0,-1-1 0,0 0 0,1 0 0,-1 0 0,1 0 0,-1 0 0,1 0 0,1 1 0,23 39 0,-22-38 0,28 38 0,-13-19 0,-2 0 0,0 2 0,24 46 0,-40-70 0,0 1 0,1 0 0,-1-1 0,0 1 0,0 0 0,1 0 0,-1-1 0,0 1 0,0 0 0,0 0 0,0-1 0,0 1 0,0 0 0,0 0 0,0 0 0,0-1 0,0 1 0,0 0 0,-1 0 0,1-1 0,0 1 0,-1 0 0,1-1 0,0 1 0,-1 0 0,1-1 0,-1 2 0,-1-1 0,1 0 0,-1 0 0,1-1 0,-1 1 0,1 0 0,-1-1 0,1 1 0,-1-1 0,1 1 0,-1-1 0,0 0 0,-2 0 0,-8 1 0,0-2 0,-24-3 0,26 2 0,-4 0-273,0 0 0,0-2 0,0 0 0,-25-10 0,30 10-6553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7:58.9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133 0 24575,'4'1'0,"1"-1"0,-1 1 0,1 0 0,-1 1 0,0-1 0,1 1 0,-1 0 0,0 0 0,0 0 0,0 0 0,6 6 0,3 2 0,21 22 0,-12-8 0,0 2 0,-2 0 0,-1 1 0,-1 1 0,-1 1 0,14 36 0,-30-64 0,-1-1 0,0 1 0,0 0 0,0-1 0,0 1 0,0 0 0,0 0 0,0-1 0,0 1 0,0 0 0,0-1 0,0 1 0,0 0 0,0-1 0,-1 1 0,1 0 0,0-1 0,0 1 0,-1 0 0,1-1 0,0 1 0,-1-1 0,1 1 0,-1 0 0,1-1 0,-1 1 0,1-1 0,-1 0 0,1 1 0,-1-1 0,0 1 0,1-1 0,-1 0 0,0 1 0,1-1 0,-1 0 0,0 0 0,0 1 0,-35 8 0,22-6 0,-18 6 0,-4 1 0,-41 6 0,65-14 0,-1-1 0,0 0 0,0-1 0,0-1 0,0 0 0,0 0 0,-12-4 0,-27-8-1365,40 11-5461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7:59.5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1 24575,'1'1'0,"0"-1"0,0 1 0,0-1 0,-1 1 0,1 0 0,0 0 0,-1 0 0,1-1 0,0 1 0,-1 0 0,1 0 0,-1 0 0,1 0 0,-1 0 0,1 0 0,-1 0 0,0 0 0,0 0 0,1 2 0,-1-1 0,4 16 0,0 0 0,-2 0 0,0 0 0,-1 30 0,-9 78 0,3-75 0,-17 221 0,18-254-92,4-18 96,0 0-1,0 0 1,-1 0 0,1 0-1,0 0 1,0 1 0,0-1-1,0 0 1,0 0 0,-1 0-1,1 0 1,0 0 0,0 0-1,0 0 1,0 0 0,-1 0-1,1 0 1,0 0 0,0 0-1,0 0 1,0 0 0,-1 0-1,1 0 1,0 0 0,0 0-1,0 0 1,0-1 0,0 1-1,-1 0 1,1 0 0,0 0-1,0 0 1,0 0 0,0 0-1,0 0 1,0 0 0,0-1-1,-1 1 1,1 0 0,0 0-1,0 0 1,0 0 0,0 0-1,0-1 1,0 1 0,0 0-1,-13-30-690,11 23-71,-6-16-6068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7:59.8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 24575,'1'0'0,"3"0"0,4 0 0,4 0 0,2 0 0,3-1 0,0 0 0,1-1 0,-3 1 0,-5 0 0,-6 1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00.1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 24575,'0'0'0,"4"0"0,4 0 0,5 0 0,1 0 0,2 0 0,-2-1 0,-3 0-8191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00.3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1 254 24575,'1'0'0,"6"0"0,11-3 0,10-6 0,11-9 0,4-9 0,1-6 0,-2-6 0,-3 0 0,-7 3 0,-4 7 0,-8 9-8191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00.7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24575,'1'0'0,"-1"0"0,1 1 0,0-1 0,0 0 0,0 1 0,0-1 0,-1 1 0,1-1 0,0 0 0,-1 1 0,1 0 0,0-1 0,-1 1 0,1-1 0,0 1 0,-1 0 0,1-1 0,-1 1 0,1 0 0,-1 0 0,0-1 0,1 1 0,-1 0 0,1 1 0,6 26 0,-5-23 0,6 39 0,6 89 0,-11 47 0,-3-107 0,-1 19 0,1 64 0,1-154-3,0-5-92,0-5-1172,0-9-5559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01.1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24575,'1'0'0,"2"0"0,2 0 0,2 0 0,2 0 0,2 0 0,0 0 0,1-1 0,-2 0 0,-2 0 0,-1 0 0,-1 1 0,0 0 0,0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01.4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10 24575,'0'0'0,"-1"0"0,1 1 0,0-1 0,0 0 0,-1 0 0,1 0 0,0 1 0,0-1 0,0 0 0,0 0 0,-1 1 0,1-1 0,0 0 0,0 0 0,0 1 0,0-1 0,0 0 0,0 1 0,0-1 0,-1 0 0,1 1 0,0-1 0,0 0 0,0 1 0,0-1 0,0 0 0,0 0 0,1 1 0,-1-1 0,0 0 0,0 1 0,0-1 0,0 0 0,0 1 0,11 4 0,15-2 0,-11-3-170,-1-2-1,0 1 0,1-2 1,-1 0-1,0 0 0,0-1 1,14-7-1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01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66 24575,'0'1'0,"0"1"0,0 0 0,1 2 0,3 0 0,3-1 0,3 0 0,5-1 0,7-2 0,6-4 0,6-3 0,4-3 0,-2-3 0,-2 0 0,-5 0 0,-5 1 0,-5 3 0,-6 3-8191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02.1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24575,'1'1'0,"2"0"0,2 3 0,2 0 0,1 2 0,1 1 0,0 0 0,0-1 0,-2 1 0,-1-2 0,-1-1 0,-1 0 0,-1-1 0,-1-1 0,-1 2 0,0 0 0,-1 1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02.3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24575,'0'0'0,"2"0"0,1 1 0,0 1 0,0 1 0,3 1 0,1 1 0,0 3 0,1 1 0,-2 0 0,-2 2 0,-3 3 0,-1-1-8191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02.5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1 225 24575,'1'1'0,"0"1"0,0 0 0,3-1 0,1 1 0,6-2 0,8-5 0,8-8 0,3-8 0,2-9 0,-4-7 0,-6-5 0,-5-3 0,-6 6-8191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02.9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 24575,'1'0'0,"1"0"0,0 0 0,4 0 0,3 0 0,3 0 0,3-1 0,1 0 0,0 0 0,-1-3 0,-2 1 0,-2 0 0,-2 1 0,-2 0 0,-3 1 0,-1-2 0,-1 1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03.2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1 24575,'0'0'0,"-1"6"0,-2 6 0,0 7 0,0 6 0,-2 5 0,-1 5 0,-2 1 0,-3 0 0,-1-2 0,-1-4 0,-1-6 0,1-5 0,1-6 0,2-5 0,3-5-8191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03.8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0 101 24575,'32'1'0,"-1"-2"0,0-1 0,0-1 0,58-14 0,-43 3 0,-2-1 0,69-35 0,-125 58 0,0 1 0,0 0 0,1 0 0,-19 22 0,-42 55 0,29-29 0,12-18 0,-25 44 0,55-81 0,-1 0 0,1 0 0,0 0 0,0 0 0,1 1 0,-1-1 0,0 0 0,1 0 0,-1 0 0,1 1 0,0 2 0,0-4 0,0 0 0,0-1 0,1 1 0,-1 0 0,0-1 0,1 1 0,-1-1 0,0 1 0,1-1 0,-1 1 0,1-1 0,-1 1 0,1-1 0,-1 1 0,1-1 0,-1 1 0,1-1 0,0 0 0,-1 1 0,1-1 0,0 0 0,-1 0 0,1 0 0,0 1 0,-1-1 0,1 0 0,0 0 0,-1 0 0,1 0 0,0 0 0,-1 0 0,1 0 0,0 0 0,-1 0 0,1-1 0,0 1 0,-1 0 0,1 0 0,1-1 0,16-4 0,1-2 0,-1 0 0,0 0 0,-1-2 0,1 0 0,-2-1 0,1-1 0,20-17 0,-35 26-85,0 0 0,-1 1-1,1-1 1,0 0 0,-1 0-1,1 0 1,-1 0 0,1 0-1,-1-1 1,0 1 0,0 0-1,0-1 1,0 1 0,0 0-1,0-5 1,0 1-6741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04.0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24575,'0'1'0,"0"4"0,1 4 0,1 4 0,1 4 0,1 2 0,0 1 0,1 0 0,0 0 0,0-2 0,-1-3 0,-1-3 0,-1-4-8191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04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 24575,'1'1'0,"3"0"0,0 2 0,3 1 0,3-1 0,4-1 0,2 0 0,4-1 0,5-1 0,1-2 0,0-3 0,-1 0 0,-5 0 0,-7 0 0,-7 1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04.9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 0 24575,'1'195'0,"-3"196"0,2-386 0,-4 22 0,4-27 0,0 0 0,0 1 0,0-1 0,0 0 0,0 0 0,0 0 0,0 0 0,0 0 0,-1 0 0,1 0 0,0 1 0,0-1 0,0 0 0,0 0 0,0 0 0,0 0 0,-1 0 0,1 0 0,0 0 0,0 0 0,0 0 0,0 0 0,0 0 0,-1 0 0,1 0 0,0 0 0,0 0 0,0 0 0,0 0 0,0 0 0,-1 0 0,1 0 0,0 0 0,0 0 0,0 0 0,0 0 0,0 0 0,-1 0 0,1-1 0,0 1 0,0 0 0,0 0 0,0 0 0,0 0 0,-11-13 0,-22-42-1365,14 25-5461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05.1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0 255 24575,'0'-1'0,"3"0"0,5-1 0,12-2 0,11-3 0,10-4 0,11-5 0,3-6 0,0-5 0,-5-1 0,-8-2 0,-8 0 0,-10 4 0,-7 4 0,-7 5 0,-5 6-8191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05.3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158 0 24575,'-1'0'0,"-5"2"0,-8 4 0,-5 4 0,-4 3 0,-2 2 0,2-2 0,6-3 0,3-3 0,5-5 0,2-5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05.7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24575,'0'12'0,"-1"29"0,2 0 0,11 66 0,-12-105 0,0 0 0,1 0 0,-1 0 0,1-1 0,-1 1 0,1 0 0,0 0 0,0-1 0,-1 1 0,1 0 0,0-1 0,1 1 0,-1-1 0,0 1 0,0-1 0,1 0 0,-1 0 0,0 1 0,1-1 0,-1 0 0,1 0 0,0 0 0,2 1 0,0-2 0,0 1 0,0 0 0,0-1 0,1 0 0,-1 0 0,0 0 0,0-1 0,1 1 0,5-2 0,13-5 0,0 0 0,0-1 0,-1-1 0,0-1 0,0-1 0,32-21 0,-39 18 120,-15 14-144,0 0-1,0 0 1,-1 0 0,1 0-1,0 0 1,0 0 0,0 0-1,-1 0 1,1 0 0,0 0-1,0 0 1,0 0 0,-1 0-1,1 0 1,0 0-1,0 0 1,0 0 0,-1 0-1,1 0 1,0-1 0,0 1-1,0 0 1,0 0 0,-1 0-1,1 0 1,0-1 0,0 1-1,0 0 1,0 0 0,0 0-1,0 0 1,0-1 0,-1 1-1,1 0 1,0 0 0,0 0-1,0-1 1,0 1 0,0 0-1,0 0 1,0 0 0,0-1-1,0 1 1,0 0-1,0 0 1,0-1 0,0 1-1,0 0 1,0 0 0,1 0-1,-1-1 1,0 1 0,0 0-1,0 0 1,0 0 0,0 0-1,0-1 1,0 1 0,1 0-1,-1 0 1,-8 1-6802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06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0 24575,'-9'194'0,"4"-119"0,6-87-93,12-163-1179,-10 148-5554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06.5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83 24575,'8'-1'0,"1"-1"0,-1 0 0,-1-1 0,1 0 0,0 0 0,-1 0 0,1-1 0,-1 0 0,11-9 0,-1 3 0,-3 1 0,-5 3 0,0 1 0,18-8 0,-27 13 0,1-1 0,-1 1 0,1 0 0,0 0 0,-1 0 0,1 0 0,-1-1 0,1 1 0,-1 0 0,1 0 0,0 0 0,-1 1 0,1-1 0,-1 0 0,1 0 0,-1 0 0,1 0 0,0 0 0,-1 1 0,1-1 0,-1 0 0,1 0 0,-1 1 0,1-1 0,-1 0 0,0 1 0,1-1 0,-1 1 0,1-1 0,-1 0 0,0 1 0,1-1 0,-1 1 0,0-1 0,1 1 0,-1-1 0,0 1 0,0-1 0,0 1 0,1 0 0,-1-1 0,0 2 0,2 28 0,-2-25 0,-4 309 0,0-296-80,4-18 87,-1 1 0,1-1 0,0 0 0,0 0-1,0 1 1,-1-1 0,1 0 0,0 0 0,0 1 0,-1-1 0,1 0 0,0 0 0,-1 0-1,1 0 1,0 0 0,0 1 0,-1-1 0,1 0 0,0 0 0,-1 0 0,1 0 0,0 0-1,-1 0 1,1 0 0,0 0 0,-1 0 0,1 0 0,-1 0 0,-1-1-142,0-1 0,-1 1 0,1 0 0,0-1 0,0 1 0,0-1 0,1 1 0,-1-1 0,0 0 0,-1-2 0,-8-10-6691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06.8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 24575,'0'0'0,"3"-1"0,4-1 0,6-1 0,3-2 0,1-1 0,0 0 0,-4 1 0,-2 1 0,-5 1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07.0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3 138 24575,'-1'0'0,"0"1"0,1 0 0,2 1 0,5 0 0,5-1 0,7-1 0,3-5 0,2-4 0,-1-6 0,0-8 0,0-4 0,1-7 0,-4 3-8191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07.6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 1 24575,'-1'2'0,"-2"5"0,-4 9 0,-4 10 0,-5 12 0,-5 14 0,-4 11 0,-4 9 0,-1 1 0,2-4 0,4-9 0,6-11 0,4-15 0,6-13 0,4-14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09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24575,'5'1'0,"-1"0"0,1 1 0,-1-1 0,1 1 0,-1 0 0,1 0 0,-1 0 0,0 0 0,6 5 0,4 2 0,62 35 0,129 100 0,-160-112 0,-45-32 2,0 0-1,0 0 1,0 1 0,0-1-1,0 0 1,0 0-1,0 1 1,0-1 0,0 0-1,0 0 1,0 1-1,0-1 1,0 0 0,0 0-1,0 1 1,-1-1-1,1 0 1,0 0 0,0 1-1,0-1 1,0 0-1,0 0 1,-1 0 0,1 1-1,0-1 1,0 0-1,-1 0 1,1 0 0,0 0-1,0 0 1,0 0-1,-1 1 1,1-1 0,0 0-1,0 0 1,-1 0-1,1 0 1,0 0-1,-1 0 1,1 0 0,0 0-1,0 0 1,-1 0-1,1 0 1,-1 0 0,-17 3-673,15-2-97,-10 1-6058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09.8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24575,'3'0'0,"4"3"0,3 3 0,3 2 0,1 1 0,-1 0 0,-1 0 0,-3 0 0,-2-2 0,-2-1 0,-2-1 0,-1 0 0,-3 0 0,-3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10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24575,'4'3'0,"-1"0"0,1 0 0,0 0 0,0 0 0,0-1 0,0 0 0,1 0 0,-1 0 0,0 0 0,1-1 0,6 2 0,5-1 0,-1 0 0,19-1 0,18 3 0,-51-4 0,-1 0 0,1 0 0,-1 0 0,1 0 0,-1 0 0,0 1 0,1-1 0,-1 0 0,1 0 0,-1 0 0,1 1 0,-1-1 0,1 0 0,-1 1 0,0-1 0,1 0 0,-1 1 0,0-1 0,1 0 0,-1 1 0,0-1 0,1 1 0,-1-1 0,0 0 0,0 1 0,0-1 0,1 1 0,-1-1 0,0 1 0,0-1 0,0 1 0,0-1 0,0 1 0,0-1 0,0 1 0,0-1 0,0 1 0,0-1 0,0 1 0,0-1 0,0 1 0,-1-1 0,1 1 0,0-1 0,0 1 0,0-1 0,-1 0 0,1 1 0,0-1 0,-1 1 0,-16 23 0,11-17 0,-31 35 0,-43 63 0,79-104 0,-6 13 0,15-11 0,6-3 0,5 3-151,0 1-1,0 0 0,0 1 0,0 1 1,-1 1-1,0 1 0,0 0 1,26 18-1,-38-21-6674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17.7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24575,'2'1'0,"8"10"0,8 15 0,7 13 0,8 16 0,6 14 0,1 12 0,-2 11 0,-3 5 0,-3-4 0,-5-4 0,-3-8 0,-4-10 0,-6-16 0,-3-14 0,-5-15 0,-4-12-8191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18.1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1 196 24575,'1'3'0,"7"8"0,6 9 0,5 4 0,0 0 0,2-2 0,-1-3 0,1-3 0,-1-5 0,0-7 0,5-15 0,9-15 0,3-18 0,0-14 0,-4-5 0,-6 3 0,-9 10 0,-6 13-8191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29.8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185 0 24575,'4'42'0,"-2"0"0,-1 0 0,-2 0 0,-2 0 0,-2-1 0,-2 1 0,-1-1 0,-3-1 0,-1 0 0,-1 0 0,-3-1 0,-36 65 0,-12-12 0,104-119 0,1-13 0,-2-1 0,42-56 0,-9 9 0,-59 78 0,-13 10 0,0-1 0,1 1 0,-1 0 0,0 0 0,1 0 0,-1 0 0,0 0 0,0 0 0,1 0 0,-1 0 0,0 0 0,1 0 0,-1 0 0,0 1 0,0-1 0,1 0 0,-1 0 0,0 0 0,0 0 0,1 0 0,-1 0 0,0 1 0,0-1 0,1 0 0,-1 0 0,0 0 0,0 1 0,1-1 0,0 3 0,0 0 0,0-1 0,0 1 0,0 0 0,0 0 0,0 0 0,0 4 0,-1-4 0,11 72 0,-7-42 0,1-1 0,1 0 0,12 33 0,-17-64 2,-1-1 0,0 1-1,0 0 1,1 0 0,-1-1-1,1 1 1,-1 0-1,1-1 1,-1 1 0,1-1-1,-1 1 1,1-1 0,-1 1-1,1-1 1,-1 1 0,1-1-1,0 1 1,0-1 0,-1 0-1,1 1 1,0-1 0,-1 0-1,1 0 1,0 1 0,0-1-1,-1 0 1,1 0-1,0 0 1,0 0 0,0 0-1,25-7-293,-15 3-832,2 0-5702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32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137 25 24575,'-4'-3'0,"-1"1"0,0-1 0,0 0 0,0 1 0,0 0 0,-1 0 0,1 1 0,0 0 0,-1 0 0,0 0 0,1 0 0,-1 1 0,-5 0 0,8 1 0,1-1 0,0 1 0,0 0 0,-1 0 0,1 0 0,0 0 0,0 0 0,0 0 0,0 1 0,1-1 0,-1 1 0,0-1 0,0 1 0,1 0 0,-1 0 0,1 0 0,0 0 0,-1 0 0,1 0 0,0 0 0,0 0 0,0 0 0,0 0 0,1 1 0,-1 1 0,-3 9 0,1-1 0,0 0 0,-1 17 0,3-19 0,1 1 0,0-1 0,1 0 0,2 13 0,-3-18 0,1 0 0,1 0 0,-1-1 0,1 1 0,-1 0 0,1-1 0,1 1 0,-1-1 0,1 0 0,5 8 0,-7-11 0,0-1 0,0 1 0,1 0 0,-1 0 0,0-1 0,1 1 0,-1-1 0,0 1 0,1-1 0,-1 0 0,1 0 0,-1 1 0,0-1 0,1 0 0,-1 0 0,1 0 0,-1 0 0,1-1 0,-1 1 0,0 0 0,1-1 0,-1 1 0,0-1 0,1 1 0,-1-1 0,0 1 0,1-1 0,1-2 0,3 0 0,0-1 0,0 0 0,-1-1 0,7-6 0,-4 3 0,-1 0 0,-1-1 0,0 1 0,0-1 0,0 0 0,-1-1 0,-1 1 0,6-17 0,-4 4 0,0-1 0,4-42 0,-5 125 0,-4-43 0,6 34 0,-6-47 0,0 1 0,0-1 0,1 0 0,-1 1 0,1-1 0,0 0 0,0 0 0,0 0 0,1 0 0,-1 0 0,1-1 0,6 7 0,-7-9-105,-1 0 0,1 0 0,-1 0 0,1-1 0,-1 1 0,1 0 0,0-1 0,0 0 0,-1 1 0,1-1 0,0 0 0,2 0 0,2 0-6721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33.7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0 24575,'-5'7'0,"1"-1"0,0 1 0,0-1 0,1 1 0,0 1 0,0-1 0,1 0 0,-4 15 0,1-1 0,-6 10 0,2 0 0,1 0 0,2 1 0,0-1 0,0 41 0,3-1 0,-14 88 0,4-59 0,12-98 0,1-1 0,0 1 0,0 0 0,-1-1 0,1 1 0,0 0 0,1-1 0,-1 1 0,0 0 0,0-1 0,1 1 0,-1-1 0,1 1 0,-1-1 0,1 1 0,-1-1 0,1 1 0,0-1 0,0 1 0,0-1 0,1 2 0,0-2 0,0 0 0,0 0 0,0 0 0,1-1 0,-1 1 0,0-1 0,0 1 0,1-1 0,-1 0 0,0 0 0,0 0 0,1 0 0,-1 0 0,0 0 0,4-1 0,0-1-76,-1 1 1,1-1-1,-1-1 0,1 1 0,-1-1 0,0 0 0,1 0 0,-2 0 1,1-1-1,0 0 0,-1 1 0,1-2 0,-1 1 0,0-1 1,-1 1-1,1-1 0,4-10 0,4-3-6750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34.2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1 24575,'-6'14'0,"1"0"0,0 1 0,-4 22 0,1-3 0,-3 5 0,2-10 0,2-1 0,0 1 0,2 1 0,1-1 0,0 31 0,4-58 0,0-1 0,0 1 0,1 0 0,-1-1 0,0 1 0,1-1 0,-1 1 0,1-1 0,-1 1 0,1-1 0,0 1 0,-1-1 0,1 0 0,0 1 0,0-1 0,0 0 0,0 0 0,0 0 0,1 1 0,-1-1 0,0 0 0,0-1 0,1 1 0,-1 0 0,1 0 0,-1-1 0,1 1 0,-1 0 0,1-1 0,-1 1 0,1-1 0,2 0 0,0 1 0,-1-1 0,1 0 0,-1 0 0,0-1 0,1 1 0,-1-1 0,1 1 0,-1-1 0,0 0 0,1-1 0,-1 1 0,0 0 0,0-1 0,5-3 0,-6 4-97,-1-1-1,1 0 1,0 0-1,0 0 1,-1 0-1,1 0 1,-1 0-1,0 0 1,0 0-1,0 0 1,0-1-1,0 1 0,1-4 1,1-6-6729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2:58:34.8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 24575,'78'2'0,"-31"-1"0,0-1 0,53-7 0,-95 6-124,-1 0 0,1 0 0,-1 0 0,1-1 0,-1 1 0,1-1-1,-1 0 1,0 0 0,0-1 0,5-3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01:45.6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03:46.4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24575,'1'6'0,"3"14"0,3 17 0,2 24 0,2 18 0,4 21 0,4 10 0,3 0 0,0-4 0,-2-14 0,-2-16 0,-4-18 0,-3-16 0,-7-19 0,-3-14-8191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03:46.7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24575,'95'135'0,"-70"-95"0,3 0 0,1-2 0,43 44 0,-69-79 0,1 1 0,0-1 0,0 0 0,0 0 0,0 0 0,1-1 0,-1 1 0,1-1 0,9 3 0,-12-4 0,0-1 0,1 0 0,-1 0 0,0 0 0,0 0 0,1 0 0,-1 0 0,0-1 0,1 1 0,-1-1 0,0 1 0,0-1 0,0 0 0,0 0 0,0 0 0,0 0 0,0 0 0,0-1 0,0 1 0,0 0 0,0-1 0,-1 0 0,3-2 0,7-9 0,-1-1 0,0 0 0,-1 0 0,14-32 0,22-68 0,-39 97 0,18-56-1365,-18 50-5461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03:47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24575,'6'11'0,"-1"0"0,0 0 0,-1 0 0,0 0 0,-1 0 0,0 1 0,-1 0 0,2 20 0,0-7 0,48 550 0,-53-595 0,-2-68 0,11-124 0,-6 187 0,2-1 0,1 1 0,1 0 0,1 0 0,1 0 0,1 1 0,1 0 0,1 1 0,23-36 0,-30 54 9,-1 0-1,1 1 1,0-1-1,0 1 1,1 0 0,-1 0-1,1 0 1,0 1-1,0-1 1,0 1-1,0 0 1,1 1-1,6-3 1,-9 4-74,1 1 1,-1-1-1,1 1 1,0-1-1,-1 1 1,1 0-1,0 1 0,-1-1 1,1 0-1,0 1 1,-1 0-1,1 0 1,-1 0-1,1 1 1,-1-1-1,0 1 0,1-1 1,-1 1-1,0 0 1,0 0-1,0 1 1,3 2-1,1 2-6761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03:48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11 294 24575,'12'0'0,"-1"-1"0,1 0 0,-1-1 0,0 0 0,0-1 0,0 0 0,0-1 0,0 0 0,0-1 0,9-6 0,-15 9 0,-1-1 0,1 0 0,-1 0 0,0-1 0,0 1 0,0-1 0,0 0 0,0 0 0,-1-1 0,0 1 0,0 0 0,0-1 0,0 0 0,-1 0 0,0 0 0,0 0 0,0 0 0,-1 0 0,1 0 0,-1-1 0,-1 1 0,1-1 0,-1-5 0,0-1 0,-1 1 0,-1 0 0,0-1 0,-1 1 0,0 0 0,-8-17 0,10 24 0,-1 0 0,-1 0 0,1 0 0,-1 1 0,1-1 0,-1 0 0,0 1 0,0 0 0,-4-3 0,5 4 0,0 1 0,0 0 0,0 0 0,0 0 0,0 0 0,-1 0 0,1 0 0,0 0 0,-1 1 0,1-1 0,0 1 0,-1 0 0,1 0 0,0 0 0,-1 0 0,1 0 0,-5 1 0,3 0 0,1 1 0,0-1 0,-1 1 0,1 0 0,0 0 0,0 0 0,0 0 0,0 1 0,0-1 0,1 1 0,-1 0 0,1-1 0,-1 1 0,1 0 0,0 1 0,-2 3 0,-5 10 0,-12 31 0,20-45 0,-5 15 0,0 0 0,0 1 0,2 0 0,1 0 0,0 1 0,0 30 0,3-42 0,0 0 0,0 0 0,1 0 0,0 0 0,1 0 0,0 0 0,0 0 0,0-1 0,1 1 0,1-1 0,-1 1 0,1-1 0,0 0 0,1 0 0,-1-1 0,1 1 0,1-1 0,7 7 0,-7-9 0,0 0 0,0-1 0,0 0 0,0 0 0,1 0 0,-1-1 0,1 0 0,0-1 0,0 1 0,-1-1 0,1 0 0,0-1 0,0 0 0,0 0 0,0 0 0,0-1 0,0 0 0,0 0 0,7-3 0,12-4 0,0-1 0,0-1 0,33-18 0,86-57-1365,-116 65-5461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03:48.7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1 24575,'-3'3'0,"1"0"0,0 1 0,0-1 0,0 1 0,0-1 0,0 1 0,1 0 0,0-1 0,0 1 0,0 0 0,-1 4 0,0 4 0,-58 291 0,55-260 0,2 0 0,1 0 0,3 0 0,2 0 0,9 50 0,-11-88 0,2 13 0,11 29 0,-13-42 0,0-2 0,1 1 0,0 0 0,0 0 0,0 0 0,0-1 0,1 1 0,-1-1 0,1 0 0,0 0 0,0 0 0,0 0 0,4 3 0,-5-5 0,0 0 0,0-1 0,0 1 0,0 0 0,0 0 0,0-1 0,0 0 0,0 1 0,1-1 0,-1 0 0,0 0 0,0 0 0,0 0 0,1 0 0,-1-1 0,0 1 0,0-1 0,0 1 0,0-1 0,0 0 0,0 0 0,0 0 0,0 0 0,0 0 0,0 0 0,-1 0 0,1-1 0,0 1 0,-1-1 0,1 1 0,1-3 0,2-2 0,1-1 0,-2 1 0,1-1 0,-1 0 0,0 0 0,6-15 0,0-11-1365,-3 2-5461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03:49.1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24575,'1'0'0,"6"2"0,7 3 0,10 4 0,10 0 0,9-1 0,5-2 0,9-4 0,0-3 0,-2-4 0,-8 0 0,-9-1 0,-11 0 0,-9 2-8191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03:57.8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24575,'1'0'0,"1"1"0,-1 0 0,0 0 0,0 0 0,0 0 0,0 0 0,0 0 0,0 0 0,0 1 0,0-1 0,0 0 0,-1 0 0,1 1 0,0-1 0,-1 0 0,1 3 0,1-1 0,5 15 0,0 0 0,-1 1 0,-1-1 0,-1 1 0,4 38 0,-3 99 0,-17 65 0,1-56 0,11-161-76,-1 0 1,1 0-1,0 1 0,0-1 0,1 0 0,-1 0 0,1 0 0,0 0 1,0 0-1,0 0 0,1 0 0,-1 0 0,1 0 0,0 0 1,0-1-1,0 1 0,5 4 0,1 0-6750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03:58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48 24575,'6'6'0,"-1"1"0,0 0 0,0 0 0,4 8 0,6 9 0,-6-11 0,74 99 0,-66-92 0,1 0 0,0-1 0,27 20 0,-44-38 0,0 0 0,0 0 0,1-1 0,-1 1 0,0 0 0,1-1 0,-1 1 0,0-1 0,1 1 0,-1-1 0,1 0 0,-1 1 0,1-1 0,-1 0 0,1 0 0,-1 0 0,0 0 0,1 0 0,2-1 0,-1 0 0,-1 0 0,1 0 0,0-1 0,-1 1 0,1 0 0,-1-1 0,0 0 0,1 0 0,3-3 0,3-5 0,0-1 0,-1-1 0,11-17 0,-12 17 0,23-34-455,-2-1 0,42-96 0,-65 127-6371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03:59.0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143 34 24575,'0'-1'0,"-1"-1"0,1 1 0,-1 0 0,0 0 0,0 1 0,1-1 0,-1 0 0,0 0 0,0 0 0,0 0 0,0 1 0,0-1 0,0 0 0,0 1 0,0-1 0,-2 0 0,-18-9 0,17 9 0,0-1 0,0 1 0,0 0 0,0 0 0,0 0 0,0 0 0,-1 1 0,1-1 0,0 1 0,0 0 0,0 1 0,-8 1 0,9-2 0,1 1 0,0 0 0,0 1 0,-1-1 0,1 0 0,0 1 0,0-1 0,1 1 0,-1-1 0,0 1 0,0 0 0,1 0 0,-1 0 0,1 0 0,0 0 0,-1 0 0,1 0 0,0 1 0,0-1 0,0 0 0,1 1 0,-1-1 0,0 3 0,-1 8 0,0 0 0,0 0 0,2 0 0,0 1 0,0-1 0,1 0 0,0 0 0,2 0 0,-1 0 0,1 0 0,1-1 0,1 1 0,0-1 0,9 17 0,-10-20 0,1-1 0,0 0 0,1 0 0,0 0 0,0-1 0,0 0 0,1 0 0,0 0 0,1-1 0,-1 0 0,1 0 0,0-1 0,1 0 0,-1-1 0,1 0 0,0 0 0,0-1 0,0 0 0,1 0 0,12 1 0,-18-4-136,1 0-1,-1 0 1,1 0-1,0 0 1,-1-1-1,0 0 1,1 0-1,-1 0 0,7-3 1,4-3-6690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03:59.6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161 71 24575,'0'-4'0,"-1"1"0,1 0 0,-1 0 0,1 0 0,-1 0 0,0 0 0,0 0 0,0 1 0,-1-1 0,1 0 0,-1 0 0,0 1 0,1-1 0,-1 1 0,0 0 0,0-1 0,-1 1 0,1 0 0,0 0 0,-1 0 0,1 0 0,-1 1 0,0-1 0,1 1 0,-1 0 0,-4-2 0,5 2 0,-1 0 0,1 1 0,-1-1 0,1 1 0,-1-1 0,0 1 0,1 0 0,-1 0 0,0 0 0,1 0 0,-1 1 0,1-1 0,-1 1 0,0-1 0,1 1 0,-1 0 0,1 0 0,0 0 0,-1 0 0,1 1 0,0-1 0,0 0 0,-1 1 0,1 0 0,0 0 0,1-1 0,-1 1 0,0 0 0,0 0 0,1 1 0,-2 2 0,-2 5 0,0 1 0,1 0 0,0 0 0,1 1 0,0-1 0,-2 21 0,-1 73 0,6-96 0,0 3 0,1 41 0,-1-50 0,0 0 0,1 1 0,-1-1 0,1 0 0,0 0 0,0 0 0,0 0 0,0-1 0,0 1 0,1 0 0,-1 0 0,1-1 0,2 4 0,-3-5 0,0-1 0,0 1 0,0 0 0,0-1 0,0 1 0,0-1 0,0 0 0,0 1 0,0-1 0,1 0 0,-1 0 0,0 1 0,0-1 0,0 0 0,0 0 0,0 0 0,0-1 0,0 1 0,1 0 0,-1 0 0,0 0 0,0-1 0,0 1 0,0-1 0,0 1 0,0-1 0,0 1 0,0-1 0,1-1 0,29-24 0,-28 23 0,17-18 0,26-38 0,-26 32 0,-20 26 0,1 0 0,-1 0 0,1 0 0,-1 0 0,1 1 0,-1-1 0,1 0 0,-1 1 0,1-1 0,0 0 0,0 1 0,-1-1 0,1 1 0,0-1 0,0 1 0,-1-1 0,1 1 0,0-1 0,0 1 0,0 0 0,0-1 0,0 1 0,-1 0 0,1 0 0,0 0 0,0 0 0,0 0 0,0 0 0,0 0 0,0 0 0,0 0 0,1 1 0,1 1 0,-1-1 0,0 1 0,0 1 0,0-1 0,-1 0 0,1 0 0,0 1 0,-1-1 0,2 5 0,7 11 0,-6-9 0,1-1 0,-1 0 0,2 0 0,-1 0 0,9 9 0,-13-16 3,0-1-1,0 1 1,0 0-1,0-1 0,0 1 1,0-1-1,0 0 1,0 1-1,0-1 0,0 0 1,0 0-1,0 1 1,0-1-1,0 0 1,1 0-1,-1 0 0,0 0 1,0 0-1,0-1 1,0 1-1,0 0 0,0 0 1,0-1-1,0 1 1,0-1-1,0 1 1,0-1-1,0 1 0,0-1 1,0 0-1,0 1 1,0-1-1,-1 0 1,1 0-1,0 1 0,0-1 1,-1 0-1,2-2 1,4-4-245,0-1 0,-1 0 1,6-11-1,-9 15-251,14-26-6333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04:00.0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 0 24575,'-3'57'0,"-2"1"0,-15 63 0,2-11 0,-14 172 0,28-218 0,4 1 0,9 88 0,-8-142 0,0-1 0,1 1 0,0 0 0,1-1 0,0 0 0,6 13 0,-9-22 0,0 0 0,1-1 0,-1 1 0,0 0 0,1-1 0,-1 1 0,1 0 0,-1-1 0,1 1 0,-1-1 0,1 1 0,-1-1 0,1 1 0,-1-1 0,1 1 0,0-1 0,-1 0 0,1 1 0,0-1 0,-1 0 0,1 1 0,0-1 0,0 0 0,-1 0 0,1 0 0,0 0 0,0 0 0,-1 0 0,1 0 0,0 0 0,0 0 0,-1 0 0,1 0 0,0 0 0,0 0 0,-1-1 0,1 1 0,0 0 0,-1 0 0,1-1 0,0 1 0,-1-1 0,2 0 0,2-2 0,0-1 0,0 0 0,0 0 0,-1 0 0,3-5 0,-4 8 0,65-104-1365,-31 44-5461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04:00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 0 24575,'-1'10'0,"0"0"0,0-1 0,-1 1 0,0-1 0,-6 14 0,1 0 0,-28 105 0,-19 143 0,45-204 0,3-1 0,3 1 0,3 0 0,10 75 0,-9-133 0,-1 1 0,1 1 0,1-1 0,0 0 0,0 0 0,1 0 0,0 0 0,1 0 0,0-1 0,7 13 0,-11-22 2,1 1 0,-1 0 0,1-1 0,-1 1 0,1-1 0,-1 1 0,1-1 0,-1 1 0,1-1-1,0 1 1,-1-1 0,1 0 0,0 1 0,-1-1 0,1 0 0,0 1 0,0-1 0,-1 0 0,1 0 0,0 0 0,-1 0-1,1 0 1,0 0 0,0 0 0,-1 0 0,1 0 0,0 0 0,0 0 0,-1 0 0,1-1 0,0 1 0,0 0 0,-1 0 0,1-1-1,0 1 1,-1 0 0,2-2 0,21-21-527,-17 16-388,6-6-5913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04:07.7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 1 24575,'-44'904'0,"36"-816"0,-12 94 0,19-179-96,1-2 21,0 1 0,0-1 1,0 1-1,-1-1 1,1 0-1,0 1 0,-1-1 1,1 0-1,-1 1 0,0-1 1,1 0-1,-1 0 0,0 1 1,0-1-1,0 0 1,-1 1-1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04:08.1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24575,'2'23'0,"2"-1"0,0 1 0,1-1 0,1 1 0,2-2 0,12 29 0,-17-40 0,2-1 0,-1 1 0,1-1 0,0 0 0,13 16 0,-16-23 0,-1 0 0,1-1 0,0 1 0,-1-1 0,1 1 0,0-1 0,0 1 0,0-1 0,0 0 0,0 0 0,1 0 0,-1 0 0,0-1 0,0 1 0,1 0 0,-1-1 0,0 0 0,1 1 0,-1-1 0,1 0 0,-1 0 0,0-1 0,1 1 0,-1 0 0,0-1 0,1 1 0,-1-1 0,0 0 0,0 0 0,0 0 0,1 0 0,1-1 0,3-3-114,1 0 1,-1 0-1,0-1 0,0 1 0,-1-2 1,1 1-1,-1-1 0,-1 0 0,1 0 1,-1 0-1,4-9 0,-3 3-6712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04:08.9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276 0 24575,'-1'20'0,"-7"38"0,0-4 0,0 121 0,-3 42 0,10-213 0,1-1 0,-1 1 0,1 0 0,-1 0 0,-1-1 0,1 1 0,0 0 0,-1-1 0,-2 4 0,4-6 0,-1 0 0,0 0 0,0 0 0,-1 0 0,1 0 0,0-1 0,0 1 0,0-1 0,0 1 0,-1 0 0,1-1 0,0 0 0,0 1 0,-1-1 0,1 0 0,0 0 0,-1 0 0,1 0 0,0 0 0,-1 0 0,1 0 0,0 0 0,-1 0 0,1-1 0,0 1 0,-1 0 0,1-1 0,-2-1 0,-13-3 24,0-2 0,1 0 0,-1 0 0,-24-18 0,32 19-173,0-1 1,0 1-1,0-1 1,1-1-1,0 0 1,1 0-1,0 0 1,0 0-1,-5-11 1,0-5-6678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04:09.2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24575,'2'3'0,"0"2"0,0 3 0,-1 0 0,0 1 0,0 2 0,-1 2 0,2 2 0,0-2-8191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04:09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24575,'101'233'0,"-91"-211"0,88 166 0,7 18 0,-81-159 0,-24-47-1,0 0 0,1 0 0,-1 1 0,0-1 0,0 0-1,0 0 1,0 0 0,0 0 0,0 1 0,0-1 0,0 0 0,0 0-1,0 0 1,0 0 0,1 0 0,-1 0 0,0 0 0,0 1 0,0-1-1,0 0 1,0 0 0,1 0 0,-1 0 0,0 0 0,0 0 0,0 0-1,0 0 1,0 0 0,1 0 0,-1 0 0,0 0 0,0 0 0,0 0-1,0 0 1,1 0 0,-1 0 0,0 0 0,0 0 0,0 0 0,0 0-1,1 0 1,-1 0 0,0 0 0,0 0 0,0 0 0,0 0 0,0 0-1,1-1 1,3-9 126,-2-19-1204,-1 28 724,0-25-6471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04:10.2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363 0 24575,'-4'2'0,"-1"-1"0,1 1 0,0 0 0,0 0 0,0 1 0,0-1 0,0 1 0,0 0 0,0-1 0,1 2 0,-4 3 0,-3 2 0,-8 7 0,0 2 0,1 0 0,1 1 0,1 1 0,1 0 0,0 1 0,-15 33 0,-59 165 0,80-199 0,-51 154-1365,53-159-5461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04:10.9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24575,'14'24'0,"-1"1"0,16 42 0,-5-10 0,53 118 0,46 94 0,-123-268-96,7 11 324,-7-12-250,0 0-1,0 0 0,0 0 1,0 0-1,0 0 0,0 1 1,0-1-1,0 0 0,0 0 0,0 0 1,0 0-1,0 0 0,0 0 1,0 1-1,0-1 0,0 0 1,0 0-1,0 0 0,0 0 1,1 0-1,-1 0 0,0 0 1,0 0-1,0 1 0,0-1 0,0 0 1,0 0-1,0 0 0,0 0 1,1 0-1,-1 0 0,0 0 1,0 0-1,0 0 0,0 0 1,0 0-1,0 0 0,1 0 1,-1 0-1,0 0 0,0 0 0,0 0 1,0 0-1,0 0 0,0 0 1,1 0-1,-1 0 0,0 0 1,0 0-1,0 0 0,0 0 1,0 0-1,0 0 0,0-1 0,1 1 1,-1 0-1,0 0 0,0 0 1,0 0-1,0 0 0,0 0 1,0 0-1,0 0 0,0-1 1,0 1-1,1-6-6803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3:04:11.4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414 1 24575,'-5'1'0,"1"1"0,0 0 0,0 0 0,0 0 0,0 0 0,0 1 0,0 0 0,1 0 0,-1 0 0,1 0 0,0 0 0,-3 4 0,-3 2 0,-14 15 0,0 1 0,2 2 0,1 0 0,1 1 0,-18 34 0,-64 157 0,32-63 0,68-153-58,-1 3-73,-1-1 0,0 1 1,0-1-1,0 0 0,0 0 1,-1 0-1,0 0 0,0-1 1,-6 6-1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7661F-2735-B0B4-F003-515E4E810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424707-5A99-C8CF-FF25-8F5FF538D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7C5B7F-5972-31C6-0F80-3C6B8D7D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DCDCF-7328-950F-51AE-303E8735648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2811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BA6CD-25FE-54F3-0559-C55D1C72A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3A56E-90CF-5F33-8992-12D4E8984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D70F8F-DB93-8187-46DF-CD6731FDA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7CF1B-1ABF-5DD4-C22D-E558D8A29F7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9210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3B3E4-1EBC-E982-E3A9-4C0876CEB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0B4F13-9171-82FD-5898-3314ECFC4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EA56FD-904F-A435-130B-B2E796ACE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21D03-9FCB-8F20-8EF9-7EFC592A295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08692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F8DF1-558F-8B3A-D0DE-E94AE1990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997869-0EF1-AFA9-9666-F4964C19D5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75E318-9C6F-9B86-2E19-B604DD833E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36BF8-602A-7CA4-8395-8E91B2AAA5B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1804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4E803-1B49-B197-94BB-814D20C21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C61622-9190-9EA3-26E4-1F221B3E56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D42A87-9F12-AB07-1A2B-E5489315A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1CCF0-962E-B9F7-48D0-75CB8C51790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2469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14211-3AB8-98D6-4FAA-781858B9B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A29152-D293-C113-6475-DF5DE358A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D7793-DABF-779F-1A22-869BD9CF9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A1B69-4DFE-D37D-5139-1232961C9A2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94478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069E8-654F-A0DE-4C14-159578C2F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0A3D73-FD7A-BBD2-E048-ABCBF0E2D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DC2CB-DEC9-E57F-C1C9-D638CC643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6E832-DAF8-D881-187A-9F546290ADD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4997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B4D9B-2550-C337-31C2-34CBFE9A3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706488-541E-2189-4E93-8F64695CD0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E4ED95-91C2-4B1A-CBB8-52DE92720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DDA53-44E3-1047-B219-5DE9F534C75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92534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5534D-D4F4-1D49-48D8-F0B2AD32B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10C8B-9714-83C2-443C-93CF85970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91E38B-D81B-E681-D92D-E8ECF1B46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D3130-D5CE-E644-EA86-716EFC69DB0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69314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679D3-8C94-96E7-42A8-9C0FA53E2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ABBE9-B0F9-A78E-C2C2-FADE51894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8BC2F9-1F4F-8964-59ED-A5FCB2AB6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828E3-D5DA-169B-1936-D3A8E8E61C0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61668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42793-09C1-B8A8-86AE-8A5138C0C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43EE45-2611-2628-2090-C35837291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D4AC4-39F6-9929-E4F4-40630376AF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2DDEB-9336-DD7C-BE41-8B35CA4873B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20193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F3D98-B13C-B218-14C1-615CA7161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1679D3-13DF-C9BD-6892-149CF71D5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E23A9A-432D-D57A-8D06-8BC4B6AF0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AD727-A9C1-25F3-30A0-A8C1CF70454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166870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B7990-DCDF-A428-300A-25FEC615A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E14ACA-0EDA-219A-4654-51E94979B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8D367A-EAE5-8525-8827-3EDFCD20A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A2099-46F6-BD00-AAB7-B3428E37545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6936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EEC34-E32B-0A22-CB21-8F2FEC323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5A4378-01EC-DA65-5D9E-02DF2BF190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2848DD-1C5D-F795-BF20-D4278DA99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7BEE4-8D10-7EED-9240-C509345E1BF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505186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6E455-B174-DFE6-F498-335979207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16D369-CF6F-9840-E8FE-523011684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FA3325-5038-2501-1D69-1A930D08C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DE342-DB93-6AE4-691E-0712DD1A5ED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078231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25C7A-E3E9-8257-7E5C-EBB1F809E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1FF4E6-FFF8-4595-211F-4B7B671BD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F89BD1-FEC4-478C-22D0-FCA42121F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6E889-6E78-D5B8-9B41-525952BB6BB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11146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77ECC-7E19-3D2D-B340-A3F87BB71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AA73B-781A-9A72-10CC-10B02F10E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24E832-74B2-FFEA-88A5-91179B18E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E1CC6-B8D0-2B9C-7A47-8C1D037C7B8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557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64EBE7D-6C90-4FB7-BDD3-7C5F10E72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B15E2CC-F64A-44DE-8575-51E254CF0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F9A6C7CB-D861-4A2C-AD1F-933CC0052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9260C8D-AEAF-4997-BA58-8501E6D96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A7251175-0ED4-461D-841C-5603442DB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DDF11EB-87FF-4358-8328-C63AD6191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C8EF5BC-CD25-41C6-A4D6-4323117DC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832ED02-15E7-4443-A9F1-94C064537E9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07DC9BD-D9BB-486F-B715-B8152F7A8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A285419-215D-48C9-B11A-EFA46E687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1.png"/><Relationship Id="rId21" Type="http://schemas.openxmlformats.org/officeDocument/2006/relationships/image" Target="../media/image12.png"/><Relationship Id="rId34" Type="http://schemas.openxmlformats.org/officeDocument/2006/relationships/customXml" Target="../ink/ink16.xml"/><Relationship Id="rId7" Type="http://schemas.openxmlformats.org/officeDocument/2006/relationships/image" Target="../media/image510.png"/><Relationship Id="rId12" Type="http://schemas.openxmlformats.org/officeDocument/2006/relationships/customXml" Target="../ink/ink5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18.xml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0.png"/><Relationship Id="rId5" Type="http://schemas.openxmlformats.org/officeDocument/2006/relationships/image" Target="../media/image5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10" Type="http://schemas.openxmlformats.org/officeDocument/2006/relationships/customXml" Target="../ink/ink4.xml"/><Relationship Id="rId19" Type="http://schemas.openxmlformats.org/officeDocument/2006/relationships/image" Target="../media/image11.png"/><Relationship Id="rId31" Type="http://schemas.openxmlformats.org/officeDocument/2006/relationships/image" Target="../media/image17.png"/><Relationship Id="rId4" Type="http://schemas.openxmlformats.org/officeDocument/2006/relationships/image" Target="../media/image4.png"/><Relationship Id="rId9" Type="http://schemas.openxmlformats.org/officeDocument/2006/relationships/image" Target="../media/image6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5.png"/><Relationship Id="rId30" Type="http://schemas.openxmlformats.org/officeDocument/2006/relationships/customXml" Target="../ink/ink14.xml"/><Relationship Id="rId35" Type="http://schemas.openxmlformats.org/officeDocument/2006/relationships/image" Target="../media/image19.png"/><Relationship Id="rId8" Type="http://schemas.openxmlformats.org/officeDocument/2006/relationships/customXml" Target="../ink/ink3.xml"/><Relationship Id="rId3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customXml" Target="../ink/ink20.xml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customXml" Target="../ink/ink22.xml"/><Relationship Id="rId5" Type="http://schemas.openxmlformats.org/officeDocument/2006/relationships/customXml" Target="../ink/ink19.xml"/><Relationship Id="rId10" Type="http://schemas.openxmlformats.org/officeDocument/2006/relationships/image" Target="../media/image26.png"/><Relationship Id="rId4" Type="http://schemas.openxmlformats.org/officeDocument/2006/relationships/image" Target="../media/image23.png"/><Relationship Id="rId9" Type="http://schemas.openxmlformats.org/officeDocument/2006/relationships/customXml" Target="../ink/ink2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13" Type="http://schemas.openxmlformats.org/officeDocument/2006/relationships/image" Target="../media/image32.png"/><Relationship Id="rId18" Type="http://schemas.openxmlformats.org/officeDocument/2006/relationships/image" Target="../media/image35.png"/><Relationship Id="rId3" Type="http://schemas.openxmlformats.org/officeDocument/2006/relationships/customXml" Target="../ink/ink23.xml"/><Relationship Id="rId21" Type="http://schemas.openxmlformats.org/officeDocument/2006/relationships/customXml" Target="../ink/ink32.xml"/><Relationship Id="rId7" Type="http://schemas.openxmlformats.org/officeDocument/2006/relationships/image" Target="../media/image29.png"/><Relationship Id="rId12" Type="http://schemas.openxmlformats.org/officeDocument/2006/relationships/customXml" Target="../ink/ink28.xml"/><Relationship Id="rId17" Type="http://schemas.openxmlformats.org/officeDocument/2006/relationships/customXml" Target="../ink/ink30.xm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4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5.xml"/><Relationship Id="rId11" Type="http://schemas.openxmlformats.org/officeDocument/2006/relationships/image" Target="../media/image31.png"/><Relationship Id="rId5" Type="http://schemas.openxmlformats.org/officeDocument/2006/relationships/customXml" Target="../ink/ink24.xml"/><Relationship Id="rId15" Type="http://schemas.openxmlformats.org/officeDocument/2006/relationships/image" Target="../media/image33.png"/><Relationship Id="rId10" Type="http://schemas.openxmlformats.org/officeDocument/2006/relationships/customXml" Target="../ink/ink27.xml"/><Relationship Id="rId19" Type="http://schemas.openxmlformats.org/officeDocument/2006/relationships/customXml" Target="../ink/ink31.xml"/><Relationship Id="rId4" Type="http://schemas.openxmlformats.org/officeDocument/2006/relationships/image" Target="../media/image28.png"/><Relationship Id="rId9" Type="http://schemas.openxmlformats.org/officeDocument/2006/relationships/image" Target="../media/image30.png"/><Relationship Id="rId14" Type="http://schemas.openxmlformats.org/officeDocument/2006/relationships/customXml" Target="../ink/ink29.xml"/><Relationship Id="rId22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customXml" Target="../ink/ink38.xml"/><Relationship Id="rId3" Type="http://schemas.openxmlformats.org/officeDocument/2006/relationships/customXml" Target="../ink/ink33.xml"/><Relationship Id="rId7" Type="http://schemas.openxmlformats.org/officeDocument/2006/relationships/image" Target="../media/image38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5.xml"/><Relationship Id="rId11" Type="http://schemas.openxmlformats.org/officeDocument/2006/relationships/customXml" Target="../ink/ink37.xml"/><Relationship Id="rId5" Type="http://schemas.openxmlformats.org/officeDocument/2006/relationships/customXml" Target="../ink/ink34.xml"/><Relationship Id="rId15" Type="http://schemas.openxmlformats.org/officeDocument/2006/relationships/customXml" Target="../ink/ink39.xml"/><Relationship Id="rId10" Type="http://schemas.openxmlformats.org/officeDocument/2006/relationships/image" Target="../media/image40.png"/><Relationship Id="rId4" Type="http://schemas.openxmlformats.org/officeDocument/2006/relationships/image" Target="../media/image28.png"/><Relationship Id="rId9" Type="http://schemas.openxmlformats.org/officeDocument/2006/relationships/customXml" Target="../ink/ink36.xml"/><Relationship Id="rId14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customXml" Target="../ink/ink40.xml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42.xml"/><Relationship Id="rId5" Type="http://schemas.openxmlformats.org/officeDocument/2006/relationships/customXml" Target="../ink/ink41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4.xml"/><Relationship Id="rId21" Type="http://schemas.openxmlformats.org/officeDocument/2006/relationships/image" Target="../media/image53.png"/><Relationship Id="rId42" Type="http://schemas.openxmlformats.org/officeDocument/2006/relationships/customXml" Target="../ink/ink62.xml"/><Relationship Id="rId47" Type="http://schemas.openxmlformats.org/officeDocument/2006/relationships/image" Target="../media/image66.png"/><Relationship Id="rId63" Type="http://schemas.openxmlformats.org/officeDocument/2006/relationships/image" Target="../media/image74.png"/><Relationship Id="rId68" Type="http://schemas.openxmlformats.org/officeDocument/2006/relationships/customXml" Target="../ink/ink75.xml"/><Relationship Id="rId16" Type="http://schemas.openxmlformats.org/officeDocument/2006/relationships/customXml" Target="../ink/ink49.xml"/><Relationship Id="rId11" Type="http://schemas.openxmlformats.org/officeDocument/2006/relationships/image" Target="../media/image48.png"/><Relationship Id="rId24" Type="http://schemas.openxmlformats.org/officeDocument/2006/relationships/customXml" Target="../ink/ink53.xml"/><Relationship Id="rId32" Type="http://schemas.openxmlformats.org/officeDocument/2006/relationships/customXml" Target="../ink/ink57.xml"/><Relationship Id="rId37" Type="http://schemas.openxmlformats.org/officeDocument/2006/relationships/image" Target="../media/image61.png"/><Relationship Id="rId40" Type="http://schemas.openxmlformats.org/officeDocument/2006/relationships/customXml" Target="../ink/ink61.xml"/><Relationship Id="rId45" Type="http://schemas.openxmlformats.org/officeDocument/2006/relationships/image" Target="../media/image65.png"/><Relationship Id="rId53" Type="http://schemas.openxmlformats.org/officeDocument/2006/relationships/image" Target="../media/image69.png"/><Relationship Id="rId58" Type="http://schemas.openxmlformats.org/officeDocument/2006/relationships/customXml" Target="../ink/ink70.xml"/><Relationship Id="rId66" Type="http://schemas.openxmlformats.org/officeDocument/2006/relationships/customXml" Target="../ink/ink74.xml"/><Relationship Id="rId74" Type="http://schemas.openxmlformats.org/officeDocument/2006/relationships/customXml" Target="../ink/ink78.xml"/><Relationship Id="rId5" Type="http://schemas.openxmlformats.org/officeDocument/2006/relationships/image" Target="../media/image28.png"/><Relationship Id="rId61" Type="http://schemas.openxmlformats.org/officeDocument/2006/relationships/image" Target="../media/image73.png"/><Relationship Id="rId19" Type="http://schemas.openxmlformats.org/officeDocument/2006/relationships/image" Target="../media/image52.png"/><Relationship Id="rId14" Type="http://schemas.openxmlformats.org/officeDocument/2006/relationships/customXml" Target="../ink/ink48.xml"/><Relationship Id="rId22" Type="http://schemas.openxmlformats.org/officeDocument/2006/relationships/customXml" Target="../ink/ink52.xml"/><Relationship Id="rId27" Type="http://schemas.openxmlformats.org/officeDocument/2006/relationships/image" Target="../media/image56.png"/><Relationship Id="rId30" Type="http://schemas.openxmlformats.org/officeDocument/2006/relationships/customXml" Target="../ink/ink56.xml"/><Relationship Id="rId35" Type="http://schemas.openxmlformats.org/officeDocument/2006/relationships/image" Target="../media/image60.png"/><Relationship Id="rId43" Type="http://schemas.openxmlformats.org/officeDocument/2006/relationships/image" Target="../media/image64.png"/><Relationship Id="rId48" Type="http://schemas.openxmlformats.org/officeDocument/2006/relationships/customXml" Target="../ink/ink65.xml"/><Relationship Id="rId56" Type="http://schemas.openxmlformats.org/officeDocument/2006/relationships/customXml" Target="../ink/ink69.xml"/><Relationship Id="rId64" Type="http://schemas.openxmlformats.org/officeDocument/2006/relationships/customXml" Target="../ink/ink73.xml"/><Relationship Id="rId69" Type="http://schemas.openxmlformats.org/officeDocument/2006/relationships/image" Target="../media/image77.png"/><Relationship Id="rId77" Type="http://schemas.openxmlformats.org/officeDocument/2006/relationships/image" Target="../media/image81.png"/><Relationship Id="rId8" Type="http://schemas.openxmlformats.org/officeDocument/2006/relationships/customXml" Target="../ink/ink45.xml"/><Relationship Id="rId51" Type="http://schemas.openxmlformats.org/officeDocument/2006/relationships/image" Target="../media/image68.png"/><Relationship Id="rId72" Type="http://schemas.openxmlformats.org/officeDocument/2006/relationships/customXml" Target="../ink/ink77.xml"/><Relationship Id="rId3" Type="http://schemas.openxmlformats.org/officeDocument/2006/relationships/image" Target="../media/image47.png"/><Relationship Id="rId12" Type="http://schemas.openxmlformats.org/officeDocument/2006/relationships/customXml" Target="../ink/ink47.xml"/><Relationship Id="rId17" Type="http://schemas.openxmlformats.org/officeDocument/2006/relationships/image" Target="../media/image51.png"/><Relationship Id="rId25" Type="http://schemas.openxmlformats.org/officeDocument/2006/relationships/image" Target="../media/image55.png"/><Relationship Id="rId33" Type="http://schemas.openxmlformats.org/officeDocument/2006/relationships/image" Target="../media/image59.png"/><Relationship Id="rId38" Type="http://schemas.openxmlformats.org/officeDocument/2006/relationships/customXml" Target="../ink/ink60.xml"/><Relationship Id="rId46" Type="http://schemas.openxmlformats.org/officeDocument/2006/relationships/customXml" Target="../ink/ink64.xml"/><Relationship Id="rId59" Type="http://schemas.openxmlformats.org/officeDocument/2006/relationships/image" Target="../media/image72.png"/><Relationship Id="rId67" Type="http://schemas.openxmlformats.org/officeDocument/2006/relationships/image" Target="../media/image76.png"/><Relationship Id="rId20" Type="http://schemas.openxmlformats.org/officeDocument/2006/relationships/customXml" Target="../ink/ink51.xml"/><Relationship Id="rId41" Type="http://schemas.openxmlformats.org/officeDocument/2006/relationships/image" Target="../media/image63.png"/><Relationship Id="rId54" Type="http://schemas.openxmlformats.org/officeDocument/2006/relationships/customXml" Target="../ink/ink68.xml"/><Relationship Id="rId62" Type="http://schemas.openxmlformats.org/officeDocument/2006/relationships/customXml" Target="../ink/ink72.xml"/><Relationship Id="rId70" Type="http://schemas.openxmlformats.org/officeDocument/2006/relationships/customXml" Target="../ink/ink76.xml"/><Relationship Id="rId75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44.xml"/><Relationship Id="rId15" Type="http://schemas.openxmlformats.org/officeDocument/2006/relationships/image" Target="../media/image50.png"/><Relationship Id="rId23" Type="http://schemas.openxmlformats.org/officeDocument/2006/relationships/image" Target="../media/image54.png"/><Relationship Id="rId28" Type="http://schemas.openxmlformats.org/officeDocument/2006/relationships/customXml" Target="../ink/ink55.xml"/><Relationship Id="rId36" Type="http://schemas.openxmlformats.org/officeDocument/2006/relationships/customXml" Target="../ink/ink59.xml"/><Relationship Id="rId49" Type="http://schemas.openxmlformats.org/officeDocument/2006/relationships/image" Target="../media/image67.png"/><Relationship Id="rId57" Type="http://schemas.openxmlformats.org/officeDocument/2006/relationships/image" Target="../media/image71.png"/><Relationship Id="rId10" Type="http://schemas.openxmlformats.org/officeDocument/2006/relationships/customXml" Target="../ink/ink46.xml"/><Relationship Id="rId31" Type="http://schemas.openxmlformats.org/officeDocument/2006/relationships/image" Target="../media/image58.png"/><Relationship Id="rId44" Type="http://schemas.openxmlformats.org/officeDocument/2006/relationships/customXml" Target="../ink/ink63.xml"/><Relationship Id="rId52" Type="http://schemas.openxmlformats.org/officeDocument/2006/relationships/customXml" Target="../ink/ink67.xml"/><Relationship Id="rId60" Type="http://schemas.openxmlformats.org/officeDocument/2006/relationships/customXml" Target="../ink/ink71.xml"/><Relationship Id="rId65" Type="http://schemas.openxmlformats.org/officeDocument/2006/relationships/image" Target="../media/image75.png"/><Relationship Id="rId73" Type="http://schemas.openxmlformats.org/officeDocument/2006/relationships/image" Target="../media/image79.png"/><Relationship Id="rId4" Type="http://schemas.openxmlformats.org/officeDocument/2006/relationships/customXml" Target="../ink/ink43.xml"/><Relationship Id="rId9" Type="http://schemas.openxmlformats.org/officeDocument/2006/relationships/image" Target="../media/image470.png"/><Relationship Id="rId13" Type="http://schemas.openxmlformats.org/officeDocument/2006/relationships/image" Target="../media/image49.png"/><Relationship Id="rId18" Type="http://schemas.openxmlformats.org/officeDocument/2006/relationships/customXml" Target="../ink/ink50.xml"/><Relationship Id="rId39" Type="http://schemas.openxmlformats.org/officeDocument/2006/relationships/image" Target="../media/image62.png"/><Relationship Id="rId34" Type="http://schemas.openxmlformats.org/officeDocument/2006/relationships/customXml" Target="../ink/ink58.xml"/><Relationship Id="rId50" Type="http://schemas.openxmlformats.org/officeDocument/2006/relationships/customXml" Target="../ink/ink66.xml"/><Relationship Id="rId55" Type="http://schemas.openxmlformats.org/officeDocument/2006/relationships/image" Target="../media/image70.png"/><Relationship Id="rId76" Type="http://schemas.openxmlformats.org/officeDocument/2006/relationships/customXml" Target="../ink/ink79.xml"/><Relationship Id="rId7" Type="http://schemas.openxmlformats.org/officeDocument/2006/relationships/image" Target="../media/image460.png"/><Relationship Id="rId71" Type="http://schemas.openxmlformats.org/officeDocument/2006/relationships/image" Target="../media/image78.png"/><Relationship Id="rId2" Type="http://schemas.openxmlformats.org/officeDocument/2006/relationships/notesSlide" Target="../notesSlides/notesSlide9.xml"/><Relationship Id="rId29" Type="http://schemas.openxmlformats.org/officeDocument/2006/relationships/image" Target="../media/image5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8.png"/><Relationship Id="rId18" Type="http://schemas.openxmlformats.org/officeDocument/2006/relationships/customXml" Target="../ink/ink86.xml"/><Relationship Id="rId26" Type="http://schemas.openxmlformats.org/officeDocument/2006/relationships/customXml" Target="../ink/ink90.xml"/><Relationship Id="rId39" Type="http://schemas.openxmlformats.org/officeDocument/2006/relationships/image" Target="../media/image101.png"/><Relationship Id="rId21" Type="http://schemas.openxmlformats.org/officeDocument/2006/relationships/image" Target="../media/image92.png"/><Relationship Id="rId34" Type="http://schemas.openxmlformats.org/officeDocument/2006/relationships/customXml" Target="../ink/ink94.xml"/><Relationship Id="rId42" Type="http://schemas.openxmlformats.org/officeDocument/2006/relationships/customXml" Target="../ink/ink98.xml"/><Relationship Id="rId47" Type="http://schemas.openxmlformats.org/officeDocument/2006/relationships/image" Target="../media/image105.png"/><Relationship Id="rId50" Type="http://schemas.openxmlformats.org/officeDocument/2006/relationships/customXml" Target="../ink/ink102.xml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11.xml"/><Relationship Id="rId16" Type="http://schemas.openxmlformats.org/officeDocument/2006/relationships/customXml" Target="../ink/ink85.xml"/><Relationship Id="rId29" Type="http://schemas.openxmlformats.org/officeDocument/2006/relationships/image" Target="../media/image96.png"/><Relationship Id="rId11" Type="http://schemas.openxmlformats.org/officeDocument/2006/relationships/image" Target="../media/image87.png"/><Relationship Id="rId24" Type="http://schemas.openxmlformats.org/officeDocument/2006/relationships/customXml" Target="../ink/ink89.xml"/><Relationship Id="rId32" Type="http://schemas.openxmlformats.org/officeDocument/2006/relationships/customXml" Target="../ink/ink93.xml"/><Relationship Id="rId37" Type="http://schemas.openxmlformats.org/officeDocument/2006/relationships/image" Target="../media/image100.png"/><Relationship Id="rId40" Type="http://schemas.openxmlformats.org/officeDocument/2006/relationships/customXml" Target="../ink/ink97.xml"/><Relationship Id="rId45" Type="http://schemas.openxmlformats.org/officeDocument/2006/relationships/image" Target="../media/image104.png"/><Relationship Id="rId53" Type="http://schemas.openxmlformats.org/officeDocument/2006/relationships/image" Target="../media/image108.png"/><Relationship Id="rId5" Type="http://schemas.openxmlformats.org/officeDocument/2006/relationships/image" Target="../media/image84.png"/><Relationship Id="rId10" Type="http://schemas.openxmlformats.org/officeDocument/2006/relationships/customXml" Target="../ink/ink82.xml"/><Relationship Id="rId19" Type="http://schemas.openxmlformats.org/officeDocument/2006/relationships/image" Target="../media/image91.png"/><Relationship Id="rId31" Type="http://schemas.openxmlformats.org/officeDocument/2006/relationships/image" Target="../media/image97.png"/><Relationship Id="rId44" Type="http://schemas.openxmlformats.org/officeDocument/2006/relationships/customXml" Target="../ink/ink99.xml"/><Relationship Id="rId52" Type="http://schemas.openxmlformats.org/officeDocument/2006/relationships/customXml" Target="../ink/ink103.xml"/><Relationship Id="rId4" Type="http://schemas.openxmlformats.org/officeDocument/2006/relationships/image" Target="../media/image83.png"/><Relationship Id="rId9" Type="http://schemas.openxmlformats.org/officeDocument/2006/relationships/image" Target="../media/image86.png"/><Relationship Id="rId14" Type="http://schemas.openxmlformats.org/officeDocument/2006/relationships/customXml" Target="../ink/ink84.xml"/><Relationship Id="rId22" Type="http://schemas.openxmlformats.org/officeDocument/2006/relationships/customXml" Target="../ink/ink88.xml"/><Relationship Id="rId27" Type="http://schemas.openxmlformats.org/officeDocument/2006/relationships/image" Target="../media/image95.png"/><Relationship Id="rId30" Type="http://schemas.openxmlformats.org/officeDocument/2006/relationships/customXml" Target="../ink/ink92.xml"/><Relationship Id="rId35" Type="http://schemas.openxmlformats.org/officeDocument/2006/relationships/image" Target="../media/image99.png"/><Relationship Id="rId43" Type="http://schemas.openxmlformats.org/officeDocument/2006/relationships/image" Target="../media/image103.png"/><Relationship Id="rId48" Type="http://schemas.openxmlformats.org/officeDocument/2006/relationships/customXml" Target="../ink/ink101.xml"/><Relationship Id="rId8" Type="http://schemas.openxmlformats.org/officeDocument/2006/relationships/customXml" Target="../ink/ink81.xml"/><Relationship Id="rId51" Type="http://schemas.openxmlformats.org/officeDocument/2006/relationships/image" Target="../media/image107.png"/><Relationship Id="rId3" Type="http://schemas.openxmlformats.org/officeDocument/2006/relationships/image" Target="../media/image82.png"/><Relationship Id="rId12" Type="http://schemas.openxmlformats.org/officeDocument/2006/relationships/customXml" Target="../ink/ink83.xml"/><Relationship Id="rId17" Type="http://schemas.openxmlformats.org/officeDocument/2006/relationships/image" Target="../media/image90.png"/><Relationship Id="rId25" Type="http://schemas.openxmlformats.org/officeDocument/2006/relationships/image" Target="../media/image94.png"/><Relationship Id="rId33" Type="http://schemas.openxmlformats.org/officeDocument/2006/relationships/image" Target="../media/image98.png"/><Relationship Id="rId38" Type="http://schemas.openxmlformats.org/officeDocument/2006/relationships/customXml" Target="../ink/ink96.xml"/><Relationship Id="rId46" Type="http://schemas.openxmlformats.org/officeDocument/2006/relationships/customXml" Target="../ink/ink100.xml"/><Relationship Id="rId20" Type="http://schemas.openxmlformats.org/officeDocument/2006/relationships/customXml" Target="../ink/ink87.xml"/><Relationship Id="rId41" Type="http://schemas.openxmlformats.org/officeDocument/2006/relationships/image" Target="../media/image102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80.xml"/><Relationship Id="rId15" Type="http://schemas.openxmlformats.org/officeDocument/2006/relationships/image" Target="../media/image89.png"/><Relationship Id="rId23" Type="http://schemas.openxmlformats.org/officeDocument/2006/relationships/image" Target="../media/image93.png"/><Relationship Id="rId28" Type="http://schemas.openxmlformats.org/officeDocument/2006/relationships/customXml" Target="../ink/ink91.xml"/><Relationship Id="rId36" Type="http://schemas.openxmlformats.org/officeDocument/2006/relationships/customXml" Target="../ink/ink95.xml"/><Relationship Id="rId49" Type="http://schemas.openxmlformats.org/officeDocument/2006/relationships/image" Target="../media/image10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7.png"/><Relationship Id="rId117" Type="http://schemas.openxmlformats.org/officeDocument/2006/relationships/image" Target="../media/image173.png"/><Relationship Id="rId21" Type="http://schemas.openxmlformats.org/officeDocument/2006/relationships/customXml" Target="../ink/ink112.xml"/><Relationship Id="rId42" Type="http://schemas.openxmlformats.org/officeDocument/2006/relationships/image" Target="../media/image135.png"/><Relationship Id="rId47" Type="http://schemas.openxmlformats.org/officeDocument/2006/relationships/customXml" Target="../ink/ink125.xml"/><Relationship Id="rId63" Type="http://schemas.openxmlformats.org/officeDocument/2006/relationships/customXml" Target="../ink/ink133.xml"/><Relationship Id="rId68" Type="http://schemas.openxmlformats.org/officeDocument/2006/relationships/image" Target="../media/image148.png"/><Relationship Id="rId84" Type="http://schemas.openxmlformats.org/officeDocument/2006/relationships/image" Target="../media/image156.png"/><Relationship Id="rId89" Type="http://schemas.openxmlformats.org/officeDocument/2006/relationships/customXml" Target="../ink/ink146.xml"/><Relationship Id="rId112" Type="http://schemas.openxmlformats.org/officeDocument/2006/relationships/image" Target="../media/image170.png"/><Relationship Id="rId16" Type="http://schemas.openxmlformats.org/officeDocument/2006/relationships/image" Target="../media/image122.png"/><Relationship Id="rId107" Type="http://schemas.openxmlformats.org/officeDocument/2006/relationships/customXml" Target="../ink/ink155.xml"/><Relationship Id="rId11" Type="http://schemas.openxmlformats.org/officeDocument/2006/relationships/customXml" Target="../ink/ink107.xml"/><Relationship Id="rId32" Type="http://schemas.openxmlformats.org/officeDocument/2006/relationships/image" Target="../media/image130.png"/><Relationship Id="rId37" Type="http://schemas.openxmlformats.org/officeDocument/2006/relationships/customXml" Target="../ink/ink120.xml"/><Relationship Id="rId53" Type="http://schemas.openxmlformats.org/officeDocument/2006/relationships/customXml" Target="../ink/ink128.xml"/><Relationship Id="rId58" Type="http://schemas.openxmlformats.org/officeDocument/2006/relationships/image" Target="../media/image143.png"/><Relationship Id="rId74" Type="http://schemas.openxmlformats.org/officeDocument/2006/relationships/image" Target="../media/image151.png"/><Relationship Id="rId79" Type="http://schemas.openxmlformats.org/officeDocument/2006/relationships/customXml" Target="../ink/ink141.xml"/><Relationship Id="rId102" Type="http://schemas.openxmlformats.org/officeDocument/2006/relationships/image" Target="../media/image165.png"/><Relationship Id="rId5" Type="http://schemas.openxmlformats.org/officeDocument/2006/relationships/customXml" Target="../ink/ink104.xml"/><Relationship Id="rId90" Type="http://schemas.openxmlformats.org/officeDocument/2006/relationships/image" Target="../media/image159.png"/><Relationship Id="rId95" Type="http://schemas.openxmlformats.org/officeDocument/2006/relationships/customXml" Target="../ink/ink149.xml"/><Relationship Id="rId22" Type="http://schemas.openxmlformats.org/officeDocument/2006/relationships/image" Target="../media/image125.png"/><Relationship Id="rId27" Type="http://schemas.openxmlformats.org/officeDocument/2006/relationships/customXml" Target="../ink/ink115.xml"/><Relationship Id="rId43" Type="http://schemas.openxmlformats.org/officeDocument/2006/relationships/customXml" Target="../ink/ink123.xml"/><Relationship Id="rId48" Type="http://schemas.openxmlformats.org/officeDocument/2006/relationships/image" Target="../media/image138.png"/><Relationship Id="rId64" Type="http://schemas.openxmlformats.org/officeDocument/2006/relationships/image" Target="../media/image146.png"/><Relationship Id="rId69" Type="http://schemas.openxmlformats.org/officeDocument/2006/relationships/customXml" Target="../ink/ink136.xml"/><Relationship Id="rId113" Type="http://schemas.openxmlformats.org/officeDocument/2006/relationships/customXml" Target="../ink/ink158.xml"/><Relationship Id="rId118" Type="http://schemas.openxmlformats.org/officeDocument/2006/relationships/customXml" Target="../ink/ink160.xml"/><Relationship Id="rId80" Type="http://schemas.openxmlformats.org/officeDocument/2006/relationships/image" Target="../media/image154.png"/><Relationship Id="rId85" Type="http://schemas.openxmlformats.org/officeDocument/2006/relationships/customXml" Target="../ink/ink144.xml"/><Relationship Id="rId12" Type="http://schemas.openxmlformats.org/officeDocument/2006/relationships/image" Target="../media/image120.png"/><Relationship Id="rId17" Type="http://schemas.openxmlformats.org/officeDocument/2006/relationships/customXml" Target="../ink/ink110.xml"/><Relationship Id="rId33" Type="http://schemas.openxmlformats.org/officeDocument/2006/relationships/customXml" Target="../ink/ink118.xml"/><Relationship Id="rId38" Type="http://schemas.openxmlformats.org/officeDocument/2006/relationships/image" Target="../media/image133.png"/><Relationship Id="rId59" Type="http://schemas.openxmlformats.org/officeDocument/2006/relationships/customXml" Target="../ink/ink131.xml"/><Relationship Id="rId103" Type="http://schemas.openxmlformats.org/officeDocument/2006/relationships/customXml" Target="../ink/ink153.xml"/><Relationship Id="rId108" Type="http://schemas.openxmlformats.org/officeDocument/2006/relationships/image" Target="../media/image168.png"/><Relationship Id="rId54" Type="http://schemas.openxmlformats.org/officeDocument/2006/relationships/image" Target="../media/image141.png"/><Relationship Id="rId70" Type="http://schemas.openxmlformats.org/officeDocument/2006/relationships/image" Target="../media/image149.png"/><Relationship Id="rId75" Type="http://schemas.openxmlformats.org/officeDocument/2006/relationships/customXml" Target="../ink/ink139.xml"/><Relationship Id="rId91" Type="http://schemas.openxmlformats.org/officeDocument/2006/relationships/customXml" Target="../ink/ink147.xml"/><Relationship Id="rId96" Type="http://schemas.openxmlformats.org/officeDocument/2006/relationships/image" Target="../media/image16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7.png"/><Relationship Id="rId23" Type="http://schemas.openxmlformats.org/officeDocument/2006/relationships/customXml" Target="../ink/ink113.xml"/><Relationship Id="rId28" Type="http://schemas.openxmlformats.org/officeDocument/2006/relationships/image" Target="../media/image128.png"/><Relationship Id="rId49" Type="http://schemas.openxmlformats.org/officeDocument/2006/relationships/customXml" Target="../ink/ink126.xml"/><Relationship Id="rId114" Type="http://schemas.openxmlformats.org/officeDocument/2006/relationships/image" Target="../media/image171.png"/><Relationship Id="rId119" Type="http://schemas.openxmlformats.org/officeDocument/2006/relationships/image" Target="../media/image28.png"/><Relationship Id="rId10" Type="http://schemas.openxmlformats.org/officeDocument/2006/relationships/image" Target="../media/image119.png"/><Relationship Id="rId31" Type="http://schemas.openxmlformats.org/officeDocument/2006/relationships/customXml" Target="../ink/ink117.xml"/><Relationship Id="rId44" Type="http://schemas.openxmlformats.org/officeDocument/2006/relationships/image" Target="../media/image136.png"/><Relationship Id="rId52" Type="http://schemas.openxmlformats.org/officeDocument/2006/relationships/image" Target="../media/image140.png"/><Relationship Id="rId60" Type="http://schemas.openxmlformats.org/officeDocument/2006/relationships/image" Target="../media/image144.png"/><Relationship Id="rId65" Type="http://schemas.openxmlformats.org/officeDocument/2006/relationships/customXml" Target="../ink/ink134.xml"/><Relationship Id="rId73" Type="http://schemas.openxmlformats.org/officeDocument/2006/relationships/customXml" Target="../ink/ink138.xml"/><Relationship Id="rId78" Type="http://schemas.openxmlformats.org/officeDocument/2006/relationships/image" Target="../media/image153.png"/><Relationship Id="rId81" Type="http://schemas.openxmlformats.org/officeDocument/2006/relationships/customXml" Target="../ink/ink142.xml"/><Relationship Id="rId86" Type="http://schemas.openxmlformats.org/officeDocument/2006/relationships/image" Target="../media/image157.png"/><Relationship Id="rId94" Type="http://schemas.openxmlformats.org/officeDocument/2006/relationships/image" Target="../media/image161.png"/><Relationship Id="rId99" Type="http://schemas.openxmlformats.org/officeDocument/2006/relationships/customXml" Target="../ink/ink151.xml"/><Relationship Id="rId101" Type="http://schemas.openxmlformats.org/officeDocument/2006/relationships/customXml" Target="../ink/ink152.xml"/><Relationship Id="rId4" Type="http://schemas.openxmlformats.org/officeDocument/2006/relationships/image" Target="../media/image116.png"/><Relationship Id="rId9" Type="http://schemas.openxmlformats.org/officeDocument/2006/relationships/customXml" Target="../ink/ink106.xml"/><Relationship Id="rId13" Type="http://schemas.openxmlformats.org/officeDocument/2006/relationships/customXml" Target="../ink/ink108.xml"/><Relationship Id="rId18" Type="http://schemas.openxmlformats.org/officeDocument/2006/relationships/image" Target="../media/image123.png"/><Relationship Id="rId39" Type="http://schemas.openxmlformats.org/officeDocument/2006/relationships/customXml" Target="../ink/ink121.xml"/><Relationship Id="rId109" Type="http://schemas.openxmlformats.org/officeDocument/2006/relationships/customXml" Target="../ink/ink156.xml"/><Relationship Id="rId34" Type="http://schemas.openxmlformats.org/officeDocument/2006/relationships/image" Target="../media/image131.png"/><Relationship Id="rId50" Type="http://schemas.openxmlformats.org/officeDocument/2006/relationships/image" Target="../media/image139.png"/><Relationship Id="rId55" Type="http://schemas.openxmlformats.org/officeDocument/2006/relationships/customXml" Target="../ink/ink129.xml"/><Relationship Id="rId76" Type="http://schemas.openxmlformats.org/officeDocument/2006/relationships/image" Target="../media/image152.png"/><Relationship Id="rId97" Type="http://schemas.openxmlformats.org/officeDocument/2006/relationships/customXml" Target="../ink/ink150.xml"/><Relationship Id="rId104" Type="http://schemas.openxmlformats.org/officeDocument/2006/relationships/image" Target="../media/image166.png"/><Relationship Id="rId120" Type="http://schemas.openxmlformats.org/officeDocument/2006/relationships/image" Target="../media/image174.png"/><Relationship Id="rId7" Type="http://schemas.openxmlformats.org/officeDocument/2006/relationships/customXml" Target="../ink/ink105.xml"/><Relationship Id="rId71" Type="http://schemas.openxmlformats.org/officeDocument/2006/relationships/customXml" Target="../ink/ink137.xml"/><Relationship Id="rId92" Type="http://schemas.openxmlformats.org/officeDocument/2006/relationships/image" Target="../media/image160.png"/><Relationship Id="rId2" Type="http://schemas.openxmlformats.org/officeDocument/2006/relationships/notesSlide" Target="../notesSlides/notesSlide17.xml"/><Relationship Id="rId29" Type="http://schemas.openxmlformats.org/officeDocument/2006/relationships/customXml" Target="../ink/ink116.xml"/><Relationship Id="rId24" Type="http://schemas.openxmlformats.org/officeDocument/2006/relationships/image" Target="../media/image126.png"/><Relationship Id="rId40" Type="http://schemas.openxmlformats.org/officeDocument/2006/relationships/image" Target="../media/image134.png"/><Relationship Id="rId45" Type="http://schemas.openxmlformats.org/officeDocument/2006/relationships/customXml" Target="../ink/ink124.xml"/><Relationship Id="rId66" Type="http://schemas.openxmlformats.org/officeDocument/2006/relationships/image" Target="../media/image147.png"/><Relationship Id="rId87" Type="http://schemas.openxmlformats.org/officeDocument/2006/relationships/customXml" Target="../ink/ink145.xml"/><Relationship Id="rId110" Type="http://schemas.openxmlformats.org/officeDocument/2006/relationships/image" Target="../media/image169.png"/><Relationship Id="rId115" Type="http://schemas.openxmlformats.org/officeDocument/2006/relationships/customXml" Target="../ink/ink159.xml"/><Relationship Id="rId61" Type="http://schemas.openxmlformats.org/officeDocument/2006/relationships/customXml" Target="../ink/ink132.xml"/><Relationship Id="rId82" Type="http://schemas.openxmlformats.org/officeDocument/2006/relationships/image" Target="../media/image155.png"/><Relationship Id="rId19" Type="http://schemas.openxmlformats.org/officeDocument/2006/relationships/customXml" Target="../ink/ink111.xml"/><Relationship Id="rId14" Type="http://schemas.openxmlformats.org/officeDocument/2006/relationships/image" Target="../media/image121.png"/><Relationship Id="rId30" Type="http://schemas.openxmlformats.org/officeDocument/2006/relationships/image" Target="../media/image129.png"/><Relationship Id="rId35" Type="http://schemas.openxmlformats.org/officeDocument/2006/relationships/customXml" Target="../ink/ink119.xml"/><Relationship Id="rId56" Type="http://schemas.openxmlformats.org/officeDocument/2006/relationships/image" Target="../media/image142.png"/><Relationship Id="rId77" Type="http://schemas.openxmlformats.org/officeDocument/2006/relationships/customXml" Target="../ink/ink140.xml"/><Relationship Id="rId100" Type="http://schemas.openxmlformats.org/officeDocument/2006/relationships/image" Target="../media/image164.png"/><Relationship Id="rId105" Type="http://schemas.openxmlformats.org/officeDocument/2006/relationships/customXml" Target="../ink/ink154.xml"/><Relationship Id="rId8" Type="http://schemas.openxmlformats.org/officeDocument/2006/relationships/image" Target="../media/image118.png"/><Relationship Id="rId51" Type="http://schemas.openxmlformats.org/officeDocument/2006/relationships/customXml" Target="../ink/ink127.xml"/><Relationship Id="rId72" Type="http://schemas.openxmlformats.org/officeDocument/2006/relationships/image" Target="../media/image150.png"/><Relationship Id="rId93" Type="http://schemas.openxmlformats.org/officeDocument/2006/relationships/customXml" Target="../ink/ink148.xml"/><Relationship Id="rId98" Type="http://schemas.openxmlformats.org/officeDocument/2006/relationships/image" Target="../media/image163.png"/><Relationship Id="rId3" Type="http://schemas.openxmlformats.org/officeDocument/2006/relationships/image" Target="../media/image115.png"/><Relationship Id="rId25" Type="http://schemas.openxmlformats.org/officeDocument/2006/relationships/customXml" Target="../ink/ink114.xml"/><Relationship Id="rId46" Type="http://schemas.openxmlformats.org/officeDocument/2006/relationships/image" Target="../media/image137.png"/><Relationship Id="rId67" Type="http://schemas.openxmlformats.org/officeDocument/2006/relationships/customXml" Target="../ink/ink135.xml"/><Relationship Id="rId116" Type="http://schemas.openxmlformats.org/officeDocument/2006/relationships/image" Target="../media/image172.png"/><Relationship Id="rId20" Type="http://schemas.openxmlformats.org/officeDocument/2006/relationships/image" Target="../media/image124.png"/><Relationship Id="rId41" Type="http://schemas.openxmlformats.org/officeDocument/2006/relationships/customXml" Target="../ink/ink122.xml"/><Relationship Id="rId62" Type="http://schemas.openxmlformats.org/officeDocument/2006/relationships/image" Target="../media/image145.png"/><Relationship Id="rId83" Type="http://schemas.openxmlformats.org/officeDocument/2006/relationships/customXml" Target="../ink/ink143.xml"/><Relationship Id="rId88" Type="http://schemas.openxmlformats.org/officeDocument/2006/relationships/image" Target="../media/image158.png"/><Relationship Id="rId111" Type="http://schemas.openxmlformats.org/officeDocument/2006/relationships/customXml" Target="../ink/ink157.xml"/><Relationship Id="rId15" Type="http://schemas.openxmlformats.org/officeDocument/2006/relationships/customXml" Target="../ink/ink109.xml"/><Relationship Id="rId36" Type="http://schemas.openxmlformats.org/officeDocument/2006/relationships/image" Target="../media/image132.png"/><Relationship Id="rId57" Type="http://schemas.openxmlformats.org/officeDocument/2006/relationships/customXml" Target="../ink/ink130.xml"/><Relationship Id="rId106" Type="http://schemas.openxmlformats.org/officeDocument/2006/relationships/image" Target="../media/image16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0.png"/><Relationship Id="rId18" Type="http://schemas.openxmlformats.org/officeDocument/2006/relationships/customXml" Target="../ink/ink168.xml"/><Relationship Id="rId26" Type="http://schemas.openxmlformats.org/officeDocument/2006/relationships/customXml" Target="../ink/ink172.xml"/><Relationship Id="rId39" Type="http://schemas.openxmlformats.org/officeDocument/2006/relationships/image" Target="../media/image193.png"/><Relationship Id="rId21" Type="http://schemas.openxmlformats.org/officeDocument/2006/relationships/image" Target="../media/image184.png"/><Relationship Id="rId34" Type="http://schemas.openxmlformats.org/officeDocument/2006/relationships/customXml" Target="../ink/ink176.xml"/><Relationship Id="rId42" Type="http://schemas.openxmlformats.org/officeDocument/2006/relationships/customXml" Target="../ink/ink180.xml"/><Relationship Id="rId7" Type="http://schemas.openxmlformats.org/officeDocument/2006/relationships/image" Target="../media/image177.png"/><Relationship Id="rId2" Type="http://schemas.openxmlformats.org/officeDocument/2006/relationships/notesSlide" Target="../notesSlides/notesSlide19.xml"/><Relationship Id="rId16" Type="http://schemas.openxmlformats.org/officeDocument/2006/relationships/customXml" Target="../ink/ink167.xml"/><Relationship Id="rId20" Type="http://schemas.openxmlformats.org/officeDocument/2006/relationships/customXml" Target="../ink/ink169.xml"/><Relationship Id="rId29" Type="http://schemas.openxmlformats.org/officeDocument/2006/relationships/image" Target="../media/image188.png"/><Relationship Id="rId41" Type="http://schemas.openxmlformats.org/officeDocument/2006/relationships/image" Target="../media/image194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62.xml"/><Relationship Id="rId11" Type="http://schemas.openxmlformats.org/officeDocument/2006/relationships/image" Target="../media/image179.png"/><Relationship Id="rId24" Type="http://schemas.openxmlformats.org/officeDocument/2006/relationships/customXml" Target="../ink/ink171.xml"/><Relationship Id="rId32" Type="http://schemas.openxmlformats.org/officeDocument/2006/relationships/customXml" Target="../ink/ink175.xml"/><Relationship Id="rId37" Type="http://schemas.openxmlformats.org/officeDocument/2006/relationships/image" Target="../media/image192.png"/><Relationship Id="rId40" Type="http://schemas.openxmlformats.org/officeDocument/2006/relationships/customXml" Target="../ink/ink179.xml"/><Relationship Id="rId5" Type="http://schemas.openxmlformats.org/officeDocument/2006/relationships/image" Target="../media/image176.png"/><Relationship Id="rId15" Type="http://schemas.openxmlformats.org/officeDocument/2006/relationships/image" Target="../media/image181.png"/><Relationship Id="rId23" Type="http://schemas.openxmlformats.org/officeDocument/2006/relationships/image" Target="../media/image185.png"/><Relationship Id="rId28" Type="http://schemas.openxmlformats.org/officeDocument/2006/relationships/customXml" Target="../ink/ink173.xml"/><Relationship Id="rId36" Type="http://schemas.openxmlformats.org/officeDocument/2006/relationships/customXml" Target="../ink/ink177.xml"/><Relationship Id="rId10" Type="http://schemas.openxmlformats.org/officeDocument/2006/relationships/customXml" Target="../ink/ink164.xml"/><Relationship Id="rId19" Type="http://schemas.openxmlformats.org/officeDocument/2006/relationships/image" Target="../media/image183.png"/><Relationship Id="rId31" Type="http://schemas.openxmlformats.org/officeDocument/2006/relationships/image" Target="../media/image189.png"/><Relationship Id="rId44" Type="http://schemas.openxmlformats.org/officeDocument/2006/relationships/image" Target="../media/image196.png"/><Relationship Id="rId4" Type="http://schemas.openxmlformats.org/officeDocument/2006/relationships/customXml" Target="../ink/ink161.xml"/><Relationship Id="rId9" Type="http://schemas.openxmlformats.org/officeDocument/2006/relationships/image" Target="../media/image178.png"/><Relationship Id="rId14" Type="http://schemas.openxmlformats.org/officeDocument/2006/relationships/customXml" Target="../ink/ink166.xml"/><Relationship Id="rId22" Type="http://schemas.openxmlformats.org/officeDocument/2006/relationships/customXml" Target="../ink/ink170.xml"/><Relationship Id="rId27" Type="http://schemas.openxmlformats.org/officeDocument/2006/relationships/image" Target="../media/image187.png"/><Relationship Id="rId30" Type="http://schemas.openxmlformats.org/officeDocument/2006/relationships/customXml" Target="../ink/ink174.xml"/><Relationship Id="rId35" Type="http://schemas.openxmlformats.org/officeDocument/2006/relationships/image" Target="../media/image191.png"/><Relationship Id="rId43" Type="http://schemas.openxmlformats.org/officeDocument/2006/relationships/image" Target="../media/image195.png"/><Relationship Id="rId8" Type="http://schemas.openxmlformats.org/officeDocument/2006/relationships/customXml" Target="../ink/ink163.xml"/><Relationship Id="rId3" Type="http://schemas.openxmlformats.org/officeDocument/2006/relationships/image" Target="../media/image175.png"/><Relationship Id="rId12" Type="http://schemas.openxmlformats.org/officeDocument/2006/relationships/customXml" Target="../ink/ink165.xml"/><Relationship Id="rId17" Type="http://schemas.openxmlformats.org/officeDocument/2006/relationships/image" Target="../media/image182.png"/><Relationship Id="rId25" Type="http://schemas.openxmlformats.org/officeDocument/2006/relationships/image" Target="../media/image186.png"/><Relationship Id="rId33" Type="http://schemas.openxmlformats.org/officeDocument/2006/relationships/image" Target="../media/image190.png"/><Relationship Id="rId38" Type="http://schemas.openxmlformats.org/officeDocument/2006/relationships/customXml" Target="../ink/ink17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82923E4-2A56-4EF4-9ECA-1298751C48CC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10668000" cy="2000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5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5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5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5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5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5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5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5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5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5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5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5100" b="1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Processor Arch: Sequential</a:t>
            </a:r>
          </a:p>
          <a:p>
            <a:pPr>
              <a:defRPr sz="5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5100" b="1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顺序实现</a:t>
            </a:r>
            <a:endParaRPr lang="en-US" sz="5100" b="1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5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endParaRPr sz="5100" b="1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0296026-DE8F-5E4A-4AB7-40C33E52C9E1}"/>
              </a:ext>
            </a:extLst>
          </p:cNvPr>
          <p:cNvSpPr txBox="1"/>
          <p:nvPr/>
        </p:nvSpPr>
        <p:spPr>
          <a:xfrm>
            <a:off x="8172893" y="5075274"/>
            <a:ext cx="2892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dirty="0"/>
              <a:t>徐勤</a:t>
            </a:r>
            <a:endParaRPr lang="en-US" altLang="zh-CN" sz="2400" dirty="0"/>
          </a:p>
          <a:p>
            <a:pPr algn="r"/>
            <a:r>
              <a:rPr lang="en-US" altLang="zh-CN" sz="2400" dirty="0"/>
              <a:t>2026.10.21</a:t>
            </a:r>
          </a:p>
        </p:txBody>
      </p:sp>
    </p:spTree>
    <p:extLst>
      <p:ext uri="{BB962C8B-B14F-4D97-AF65-F5344CB8AC3E}">
        <p14:creationId xmlns:p14="http://schemas.microsoft.com/office/powerpoint/2010/main" val="128477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2E00F684-6FA6-4046-99E2-B9B8D376AAA1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dirty="0" err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一条指令的六个阶段</a:t>
            </a:r>
            <a:endParaRPr sz="3300" b="1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8F76D1-3235-4C09-8265-6E34F69E59EF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3A61516-E32F-4383-B0D1-DF3862BB9E18}"/>
              </a:ext>
            </a:extLst>
          </p:cNvPr>
          <p:cNvSpPr>
            <a:spLocks noGrp="1"/>
          </p:cNvSpPr>
          <p:nvPr/>
        </p:nvSpPr>
        <p:spPr>
          <a:xfrm>
            <a:off x="1333500" y="1524000"/>
            <a:ext cx="1428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取指</a:t>
            </a:r>
            <a:endParaRPr sz="2100" b="1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64DF71-C00B-4F1E-B7CE-B9C0BEBF5D1C}"/>
              </a:ext>
            </a:extLst>
          </p:cNvPr>
          <p:cNvSpPr>
            <a:spLocks noGrp="1"/>
          </p:cNvSpPr>
          <p:nvPr/>
        </p:nvSpPr>
        <p:spPr>
          <a:xfrm>
            <a:off x="2857500" y="1552575"/>
            <a:ext cx="4476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950" b="0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按照 </a:t>
            </a:r>
            <a:r>
              <a:rPr sz="1950" b="0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PC </a:t>
            </a:r>
            <a:r>
              <a:rPr lang="zh-CN" altLang="en-US" sz="1950" b="0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读取</a:t>
            </a:r>
            <a:r>
              <a:rPr sz="1950" b="0" dirty="0" err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指令</a:t>
            </a:r>
            <a:endParaRPr sz="1950" b="0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27B4-FD36-4698-8084-CA948FB5CE35}"/>
              </a:ext>
            </a:extLst>
          </p:cNvPr>
          <p:cNvSpPr>
            <a:spLocks noGrp="1"/>
          </p:cNvSpPr>
          <p:nvPr/>
        </p:nvSpPr>
        <p:spPr>
          <a:xfrm>
            <a:off x="666750" y="221932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74E58E-A092-48BE-A226-86100FA988CA}"/>
              </a:ext>
            </a:extLst>
          </p:cNvPr>
          <p:cNvSpPr>
            <a:spLocks noGrp="1"/>
          </p:cNvSpPr>
          <p:nvPr/>
        </p:nvSpPr>
        <p:spPr>
          <a:xfrm>
            <a:off x="1333500" y="2219325"/>
            <a:ext cx="1428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译码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DF5764-FAF9-4811-B311-EFF823C7A1FD}"/>
              </a:ext>
            </a:extLst>
          </p:cNvPr>
          <p:cNvSpPr>
            <a:spLocks noGrp="1"/>
          </p:cNvSpPr>
          <p:nvPr/>
        </p:nvSpPr>
        <p:spPr>
          <a:xfrm>
            <a:off x="2857500" y="2247900"/>
            <a:ext cx="4476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950" b="0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从寄存器堆中</a:t>
            </a:r>
            <a:r>
              <a:rPr sz="1950" b="0" dirty="0" err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读出程序寄存器</a:t>
            </a:r>
            <a:endParaRPr sz="1950" b="0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59F362-D436-44AA-A48E-69623934B5BF}"/>
              </a:ext>
            </a:extLst>
          </p:cNvPr>
          <p:cNvSpPr>
            <a:spLocks noGrp="1"/>
          </p:cNvSpPr>
          <p:nvPr/>
        </p:nvSpPr>
        <p:spPr>
          <a:xfrm>
            <a:off x="666750" y="2914650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DDD2B1-6805-44FA-8C84-1020BC9FE32D}"/>
              </a:ext>
            </a:extLst>
          </p:cNvPr>
          <p:cNvSpPr>
            <a:spLocks noGrp="1"/>
          </p:cNvSpPr>
          <p:nvPr/>
        </p:nvSpPr>
        <p:spPr>
          <a:xfrm>
            <a:off x="1333500" y="2914650"/>
            <a:ext cx="1428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35D06CA-AD12-48CA-86CC-BB867EB5A9B6}"/>
              </a:ext>
            </a:extLst>
          </p:cNvPr>
          <p:cNvSpPr>
            <a:spLocks noGrp="1"/>
          </p:cNvSpPr>
          <p:nvPr/>
        </p:nvSpPr>
        <p:spPr>
          <a:xfrm>
            <a:off x="2857500" y="2943225"/>
            <a:ext cx="4476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950" b="0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使用 </a:t>
            </a:r>
            <a:r>
              <a:rPr lang="en-US" altLang="zh-CN" sz="1950" b="0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ALU </a:t>
            </a:r>
            <a:r>
              <a:rPr lang="zh-CN" altLang="en-US" dirty="0"/>
              <a:t>进行</a:t>
            </a:r>
            <a:r>
              <a:rPr sz="1950" b="0" dirty="0" err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运算</a:t>
            </a:r>
            <a:r>
              <a:rPr lang="zh-CN" altLang="en-US" sz="1950" b="0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，可能设置条件码</a:t>
            </a:r>
            <a:endParaRPr sz="1950" b="0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7C36C86-DBD8-4858-AE44-2019FCD76212}"/>
              </a:ext>
            </a:extLst>
          </p:cNvPr>
          <p:cNvSpPr>
            <a:spLocks noGrp="1"/>
          </p:cNvSpPr>
          <p:nvPr/>
        </p:nvSpPr>
        <p:spPr>
          <a:xfrm>
            <a:off x="666750" y="36099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B4E84B0-1692-4A17-9B19-18ED20774739}"/>
              </a:ext>
            </a:extLst>
          </p:cNvPr>
          <p:cNvSpPr>
            <a:spLocks noGrp="1"/>
          </p:cNvSpPr>
          <p:nvPr/>
        </p:nvSpPr>
        <p:spPr>
          <a:xfrm>
            <a:off x="1333500" y="3609975"/>
            <a:ext cx="1428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访存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F57CEE4-15BB-4D9E-8F7C-5DE96758E53E}"/>
              </a:ext>
            </a:extLst>
          </p:cNvPr>
          <p:cNvSpPr>
            <a:spLocks noGrp="1"/>
          </p:cNvSpPr>
          <p:nvPr/>
        </p:nvSpPr>
        <p:spPr>
          <a:xfrm>
            <a:off x="2857500" y="3638550"/>
            <a:ext cx="4476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对</a:t>
            </a:r>
            <a:r>
              <a:rPr sz="1950" b="0" dirty="0" err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lang="zh-CN" altLang="en-US" sz="1950" b="0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进行读写</a:t>
            </a:r>
            <a:endParaRPr sz="1950" b="0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B9CE4B5-35E0-4D84-AD75-1ED97D372812}"/>
              </a:ext>
            </a:extLst>
          </p:cNvPr>
          <p:cNvSpPr>
            <a:spLocks noGrp="1"/>
          </p:cNvSpPr>
          <p:nvPr/>
        </p:nvSpPr>
        <p:spPr>
          <a:xfrm>
            <a:off x="666750" y="4305300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F9F7A14-FA58-4DAE-9D1D-1090F4FD4CED}"/>
              </a:ext>
            </a:extLst>
          </p:cNvPr>
          <p:cNvSpPr>
            <a:spLocks noGrp="1"/>
          </p:cNvSpPr>
          <p:nvPr/>
        </p:nvSpPr>
        <p:spPr>
          <a:xfrm>
            <a:off x="1333500" y="4305300"/>
            <a:ext cx="1428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写回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739490F-BAC6-4082-B193-FDDB911FD1D4}"/>
              </a:ext>
            </a:extLst>
          </p:cNvPr>
          <p:cNvSpPr>
            <a:spLocks noGrp="1"/>
          </p:cNvSpPr>
          <p:nvPr/>
        </p:nvSpPr>
        <p:spPr>
          <a:xfrm>
            <a:off x="2857500" y="4333875"/>
            <a:ext cx="4476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950" b="0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写回到寄存器堆</a:t>
            </a:r>
            <a:endParaRPr sz="1950" b="0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57384FC-E8D3-4EC1-9518-EEB46D208DB5}"/>
              </a:ext>
            </a:extLst>
          </p:cNvPr>
          <p:cNvSpPr>
            <a:spLocks noGrp="1"/>
          </p:cNvSpPr>
          <p:nvPr/>
        </p:nvSpPr>
        <p:spPr>
          <a:xfrm>
            <a:off x="666750" y="500062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0F33388-0835-4BEF-9D95-D2C50A81FC45}"/>
              </a:ext>
            </a:extLst>
          </p:cNvPr>
          <p:cNvSpPr>
            <a:spLocks noGrp="1"/>
          </p:cNvSpPr>
          <p:nvPr/>
        </p:nvSpPr>
        <p:spPr>
          <a:xfrm>
            <a:off x="1333500" y="5000625"/>
            <a:ext cx="1428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更新 PC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09945B-FC68-44BF-97C9-77F8E6D7AD6C}"/>
              </a:ext>
            </a:extLst>
          </p:cNvPr>
          <p:cNvSpPr>
            <a:spLocks noGrp="1"/>
          </p:cNvSpPr>
          <p:nvPr/>
        </p:nvSpPr>
        <p:spPr>
          <a:xfrm>
            <a:off x="2857500" y="5029200"/>
            <a:ext cx="4476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dirty="0"/>
              <a:t>PC </a:t>
            </a:r>
            <a:r>
              <a:rPr lang="zh-CN" altLang="en-US" dirty="0"/>
              <a:t>设置为</a:t>
            </a:r>
            <a:r>
              <a:rPr sz="1950" b="0" dirty="0" err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下一条指令地址</a:t>
            </a:r>
            <a:endParaRPr sz="1950" b="0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23323737-347F-8E48-2930-88049126B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3916" y="225258"/>
            <a:ext cx="3981655" cy="6521785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EF2029F8-E9B5-7265-A7E0-705B9C3A3F8A}"/>
              </a:ext>
            </a:extLst>
          </p:cNvPr>
          <p:cNvSpPr txBox="1"/>
          <p:nvPr/>
        </p:nvSpPr>
        <p:spPr>
          <a:xfrm>
            <a:off x="666750" y="5798288"/>
            <a:ext cx="5209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所有硬件单元的处理都在一个时钟周期内完成。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DE936A71-AC2C-7932-BB1D-EB7DC5D456BF}"/>
              </a:ext>
            </a:extLst>
          </p:cNvPr>
          <p:cNvSpPr txBox="1"/>
          <p:nvPr/>
        </p:nvSpPr>
        <p:spPr>
          <a:xfrm>
            <a:off x="5028085" y="3739982"/>
            <a:ext cx="15476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rgbClr val="FF0000"/>
                </a:solidFill>
              </a:rPr>
              <a:t>万一还需要再读完内存后进行运算怎么办？</a:t>
            </a:r>
            <a:endParaRPr lang="en-US" altLang="zh-CN" sz="1100" dirty="0">
              <a:solidFill>
                <a:srgbClr val="FF0000"/>
              </a:solidFill>
            </a:endParaRPr>
          </a:p>
          <a:p>
            <a:endParaRPr lang="en-US" altLang="zh-CN" sz="1100" dirty="0">
              <a:solidFill>
                <a:srgbClr val="FF0000"/>
              </a:solidFill>
            </a:endParaRPr>
          </a:p>
          <a:p>
            <a:r>
              <a:rPr lang="en-US" altLang="zh-CN" sz="1100" dirty="0">
                <a:solidFill>
                  <a:srgbClr val="FF0000"/>
                </a:solidFill>
              </a:rPr>
              <a:t>Y86-64</a:t>
            </a:r>
            <a:r>
              <a:rPr lang="zh-CN" altLang="en-US" sz="1100" dirty="0">
                <a:solidFill>
                  <a:srgbClr val="FF0000"/>
                </a:solidFill>
              </a:rPr>
              <a:t>没有这种行为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9" name="墨迹 68">
                <a:extLst>
                  <a:ext uri="{FF2B5EF4-FFF2-40B4-BE49-F238E27FC236}">
                    <a16:creationId xmlns:a16="http://schemas.microsoft.com/office/drawing/2014/main" id="{44BB8CEC-86D1-E025-B2AB-D4EEDB5CBE85}"/>
                  </a:ext>
                </a:extLst>
              </p14:cNvPr>
              <p14:cNvContentPartPr/>
              <p14:nvPr/>
            </p14:nvContentPartPr>
            <p14:xfrm>
              <a:off x="4228632" y="3576845"/>
              <a:ext cx="941400" cy="1075320"/>
            </p14:xfrm>
          </p:contentPart>
        </mc:Choice>
        <mc:Fallback xmlns="">
          <p:pic>
            <p:nvPicPr>
              <p:cNvPr id="69" name="墨迹 68">
                <a:extLst>
                  <a:ext uri="{FF2B5EF4-FFF2-40B4-BE49-F238E27FC236}">
                    <a16:creationId xmlns:a16="http://schemas.microsoft.com/office/drawing/2014/main" id="{44BB8CEC-86D1-E025-B2AB-D4EEDB5CBE8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22512" y="3570725"/>
                <a:ext cx="953640" cy="108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62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2BE3066-FE6A-4CA7-87FF-11959696695E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300" b="1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具体示例</a:t>
            </a:r>
            <a:endParaRPr sz="3300" b="1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74FF25E-B58E-E8EA-07DE-7D5BF8AA1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021" y="938137"/>
            <a:ext cx="8162492" cy="4326822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67D2D8A7-D027-6EDC-4D8F-BC3275AEDCF0}"/>
              </a:ext>
            </a:extLst>
          </p:cNvPr>
          <p:cNvSpPr/>
          <p:nvPr/>
        </p:nvSpPr>
        <p:spPr>
          <a:xfrm>
            <a:off x="3992786" y="3306706"/>
            <a:ext cx="3900487" cy="276999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FAB5473-74E0-6C75-EB1C-2613EB131B4C}"/>
              </a:ext>
            </a:extLst>
          </p:cNvPr>
          <p:cNvCxnSpPr/>
          <p:nvPr/>
        </p:nvCxnSpPr>
        <p:spPr>
          <a:xfrm>
            <a:off x="7893273" y="3583705"/>
            <a:ext cx="1221581" cy="195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B1E42A41-3531-16D2-97C7-FF8A0034D61A}"/>
              </a:ext>
            </a:extLst>
          </p:cNvPr>
          <p:cNvSpPr txBox="1"/>
          <p:nvPr/>
        </p:nvSpPr>
        <p:spPr>
          <a:xfrm>
            <a:off x="9114854" y="3623264"/>
            <a:ext cx="1774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当成加法操作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AFC33557-7799-7384-DCEE-439B097DD8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896" y="5375324"/>
            <a:ext cx="6705945" cy="501676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E555AAA-0EBB-6418-3672-320F242CDF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5987365"/>
            <a:ext cx="2387723" cy="234962"/>
          </a:xfrm>
          <a:prstGeom prst="rect">
            <a:avLst/>
          </a:prstGeom>
        </p:spPr>
      </p:pic>
      <p:grpSp>
        <p:nvGrpSpPr>
          <p:cNvPr id="49" name="组合 48">
            <a:extLst>
              <a:ext uri="{FF2B5EF4-FFF2-40B4-BE49-F238E27FC236}">
                <a16:creationId xmlns:a16="http://schemas.microsoft.com/office/drawing/2014/main" id="{363004B7-9E44-8F45-3ED3-ACD7871FCC94}"/>
              </a:ext>
            </a:extLst>
          </p:cNvPr>
          <p:cNvGrpSpPr/>
          <p:nvPr/>
        </p:nvGrpSpPr>
        <p:grpSpPr>
          <a:xfrm>
            <a:off x="2453360" y="3571240"/>
            <a:ext cx="1196640" cy="480240"/>
            <a:chOff x="2453360" y="3571240"/>
            <a:chExt cx="1196640" cy="48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F514168B-1F00-0B1A-830E-E36E92630A36}"/>
                    </a:ext>
                  </a:extLst>
                </p14:cNvPr>
                <p14:cNvContentPartPr/>
                <p14:nvPr/>
              </p14:nvContentPartPr>
              <p14:xfrm>
                <a:off x="2453360" y="3708400"/>
                <a:ext cx="212760" cy="10800"/>
              </p14:xfrm>
            </p:contentPart>
          </mc:Choice>
          <mc:Fallback xmlns=""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F514168B-1F00-0B1A-830E-E36E92630A3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47240" y="3702280"/>
                  <a:ext cx="2250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14B46C18-E093-29FE-9EA5-0D38F00117AF}"/>
                    </a:ext>
                  </a:extLst>
                </p14:cNvPr>
                <p14:cNvContentPartPr/>
                <p14:nvPr/>
              </p14:nvContentPartPr>
              <p14:xfrm>
                <a:off x="2599520" y="3627040"/>
                <a:ext cx="133560" cy="156960"/>
              </p14:xfrm>
            </p:contentPart>
          </mc:Choice>
          <mc:Fallback xmlns=""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14B46C18-E093-29FE-9EA5-0D38F00117A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93400" y="3620920"/>
                  <a:ext cx="1458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38DFEC21-D4C9-1A4D-A1C9-00AF53ACFD7E}"/>
                    </a:ext>
                  </a:extLst>
                </p14:cNvPr>
                <p14:cNvContentPartPr/>
                <p14:nvPr/>
              </p14:nvContentPartPr>
              <p14:xfrm>
                <a:off x="2821280" y="3591400"/>
                <a:ext cx="153000" cy="232920"/>
              </p14:xfrm>
            </p:contentPart>
          </mc:Choice>
          <mc:Fallback xmlns=""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38DFEC21-D4C9-1A4D-A1C9-00AF53ACFD7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15160" y="3585280"/>
                  <a:ext cx="1652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83DB568F-BA3A-35AF-864C-D1C39C2CA57C}"/>
                    </a:ext>
                  </a:extLst>
                </p14:cNvPr>
                <p14:cNvContentPartPr/>
                <p14:nvPr/>
              </p14:nvContentPartPr>
              <p14:xfrm>
                <a:off x="2824160" y="3723520"/>
                <a:ext cx="225360" cy="46440"/>
              </p14:xfrm>
            </p:contentPart>
          </mc:Choice>
          <mc:Fallback xmlns=""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83DB568F-BA3A-35AF-864C-D1C39C2CA57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18040" y="3717400"/>
                  <a:ext cx="2376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47DE617D-3ADE-D451-D9BA-465934D24986}"/>
                    </a:ext>
                  </a:extLst>
                </p14:cNvPr>
                <p14:cNvContentPartPr/>
                <p14:nvPr/>
              </p14:nvContentPartPr>
              <p14:xfrm>
                <a:off x="2900480" y="3796240"/>
                <a:ext cx="88920" cy="19080"/>
              </p14:xfrm>
            </p:contentPart>
          </mc:Choice>
          <mc:Fallback xmlns=""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47DE617D-3ADE-D451-D9BA-465934D2498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94360" y="3790120"/>
                  <a:ext cx="1011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09C3459D-8F2C-B6FD-BBF9-6DC28F780DAF}"/>
                    </a:ext>
                  </a:extLst>
                </p14:cNvPr>
                <p14:cNvContentPartPr/>
                <p14:nvPr/>
              </p14:nvContentPartPr>
              <p14:xfrm>
                <a:off x="2924600" y="3774280"/>
                <a:ext cx="21960" cy="146160"/>
              </p14:xfrm>
            </p:contentPart>
          </mc:Choice>
          <mc:Fallback xmlns=""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09C3459D-8F2C-B6FD-BBF9-6DC28F780DA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18480" y="3768160"/>
                  <a:ext cx="342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DE9D8B76-700D-F771-F48E-12FB9B3C7426}"/>
                    </a:ext>
                  </a:extLst>
                </p14:cNvPr>
                <p14:cNvContentPartPr/>
                <p14:nvPr/>
              </p14:nvContentPartPr>
              <p14:xfrm>
                <a:off x="2890040" y="3880840"/>
                <a:ext cx="11160" cy="3600"/>
              </p14:xfrm>
            </p:contentPart>
          </mc:Choice>
          <mc:Fallback xmlns=""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DE9D8B76-700D-F771-F48E-12FB9B3C742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83920" y="3874720"/>
                  <a:ext cx="234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ACF70CBE-6687-DA0C-349A-69EE6D179241}"/>
                    </a:ext>
                  </a:extLst>
                </p14:cNvPr>
                <p14:cNvContentPartPr/>
                <p14:nvPr/>
              </p14:nvContentPartPr>
              <p14:xfrm>
                <a:off x="2996960" y="3860680"/>
                <a:ext cx="87840" cy="59760"/>
              </p14:xfrm>
            </p:contentPart>
          </mc:Choice>
          <mc:Fallback xmlns=""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ACF70CBE-6687-DA0C-349A-69EE6D17924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90840" y="3854560"/>
                  <a:ext cx="1000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A48CFCF5-BAD5-45D1-7C24-184184DD557D}"/>
                    </a:ext>
                  </a:extLst>
                </p14:cNvPr>
                <p14:cNvContentPartPr/>
                <p14:nvPr/>
              </p14:nvContentPartPr>
              <p14:xfrm>
                <a:off x="3068600" y="3703000"/>
                <a:ext cx="65880" cy="97200"/>
              </p14:xfrm>
            </p:contentPart>
          </mc:Choice>
          <mc:Fallback xmlns=""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A48CFCF5-BAD5-45D1-7C24-184184DD557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62480" y="3696880"/>
                  <a:ext cx="781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ADCF6BC7-0317-A94E-6EFD-CBBA5F7E9666}"/>
                    </a:ext>
                  </a:extLst>
                </p14:cNvPr>
                <p14:cNvContentPartPr/>
                <p14:nvPr/>
              </p14:nvContentPartPr>
              <p14:xfrm>
                <a:off x="3108920" y="3754120"/>
                <a:ext cx="26640" cy="163440"/>
              </p14:xfrm>
            </p:contentPart>
          </mc:Choice>
          <mc:Fallback xmlns=""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ADCF6BC7-0317-A94E-6EFD-CBBA5F7E966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02800" y="3748000"/>
                  <a:ext cx="388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E3E42A99-5377-C84A-AE5E-9879478AD72A}"/>
                    </a:ext>
                  </a:extLst>
                </p14:cNvPr>
                <p14:cNvContentPartPr/>
                <p14:nvPr/>
              </p14:nvContentPartPr>
              <p14:xfrm>
                <a:off x="3176600" y="3601480"/>
                <a:ext cx="101520" cy="100080"/>
              </p14:xfrm>
            </p:contentPart>
          </mc:Choice>
          <mc:Fallback xmlns=""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E3E42A99-5377-C84A-AE5E-9879478AD72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70480" y="3595360"/>
                  <a:ext cx="1137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38F2655C-9B69-319F-1A73-7BD8317D78F4}"/>
                    </a:ext>
                  </a:extLst>
                </p14:cNvPr>
                <p14:cNvContentPartPr/>
                <p14:nvPr/>
              </p14:nvContentPartPr>
              <p14:xfrm>
                <a:off x="3144200" y="3733600"/>
                <a:ext cx="185040" cy="50760"/>
              </p14:xfrm>
            </p:contentPart>
          </mc:Choice>
          <mc:Fallback xmlns=""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38F2655C-9B69-319F-1A73-7BD8317D78F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38080" y="3727480"/>
                  <a:ext cx="1972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9B035861-014B-CDAB-417E-87ADCFF2B3C4}"/>
                    </a:ext>
                  </a:extLst>
                </p14:cNvPr>
                <p14:cNvContentPartPr/>
                <p14:nvPr/>
              </p14:nvContentPartPr>
              <p14:xfrm>
                <a:off x="3250400" y="3571240"/>
                <a:ext cx="7920" cy="480240"/>
              </p14:xfrm>
            </p:contentPart>
          </mc:Choice>
          <mc:Fallback xmlns=""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9B035861-014B-CDAB-417E-87ADCFF2B3C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44280" y="3565120"/>
                  <a:ext cx="2016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5138A3BA-86BC-6F5C-B0D4-ADCFA1826EFF}"/>
                    </a:ext>
                  </a:extLst>
                </p14:cNvPr>
                <p14:cNvContentPartPr/>
                <p14:nvPr/>
              </p14:nvContentPartPr>
              <p14:xfrm>
                <a:off x="3355880" y="3736840"/>
                <a:ext cx="79200" cy="104400"/>
              </p14:xfrm>
            </p:contentPart>
          </mc:Choice>
          <mc:Fallback xmlns=""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5138A3BA-86BC-6F5C-B0D4-ADCFA1826EF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49760" y="3730720"/>
                  <a:ext cx="914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963CD4E1-96B4-19F1-E448-D2128847410C}"/>
                    </a:ext>
                  </a:extLst>
                </p14:cNvPr>
                <p14:cNvContentPartPr/>
                <p14:nvPr/>
              </p14:nvContentPartPr>
              <p14:xfrm>
                <a:off x="3393320" y="3804880"/>
                <a:ext cx="47520" cy="48960"/>
              </p14:xfrm>
            </p:contentPart>
          </mc:Choice>
          <mc:Fallback xmlns=""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963CD4E1-96B4-19F1-E448-D2128847410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87200" y="3798760"/>
                  <a:ext cx="597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01CC271B-CCA4-AFDC-57B0-8DC2E2C4B778}"/>
                    </a:ext>
                  </a:extLst>
                </p14:cNvPr>
                <p14:cNvContentPartPr/>
                <p14:nvPr/>
              </p14:nvContentPartPr>
              <p14:xfrm>
                <a:off x="3479720" y="3682840"/>
                <a:ext cx="86040" cy="73440"/>
              </p14:xfrm>
            </p:contentPart>
          </mc:Choice>
          <mc:Fallback xmlns=""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01CC271B-CCA4-AFDC-57B0-8DC2E2C4B77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473600" y="3676720"/>
                  <a:ext cx="982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C2BD1A2E-0293-6DAA-169A-7AF749318243}"/>
                    </a:ext>
                  </a:extLst>
                </p14:cNvPr>
                <p14:cNvContentPartPr/>
                <p14:nvPr/>
              </p14:nvContentPartPr>
              <p14:xfrm>
                <a:off x="3473240" y="3738640"/>
                <a:ext cx="176760" cy="201240"/>
              </p14:xfrm>
            </p:contentPart>
          </mc:Choice>
          <mc:Fallback xmlns=""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C2BD1A2E-0293-6DAA-169A-7AF74931824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67120" y="3732520"/>
                  <a:ext cx="189000" cy="213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77012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539FC-4EBF-5E71-826E-3B2B81571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4295597-3F71-B8DF-AFFE-1B11A02BF85B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300" b="1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示例：需要访问内存</a:t>
            </a:r>
            <a:endParaRPr sz="3300" b="1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F7F200E-9EC9-7BC7-C50D-B30CCD7D1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89" y="1257300"/>
            <a:ext cx="5958542" cy="392756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AC35017-492A-93E1-4661-A07F318EA7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067" y="5600700"/>
            <a:ext cx="6591639" cy="533427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CF0DD631-E1CA-6384-2159-444D5D0E6753}"/>
              </a:ext>
            </a:extLst>
          </p:cNvPr>
          <p:cNvGrpSpPr/>
          <p:nvPr/>
        </p:nvGrpSpPr>
        <p:grpSpPr>
          <a:xfrm>
            <a:off x="4616347" y="3921933"/>
            <a:ext cx="93240" cy="127800"/>
            <a:chOff x="4616347" y="3921933"/>
            <a:chExt cx="93240" cy="12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CDD6E553-A10B-AB12-BC9C-376F96949D8B}"/>
                    </a:ext>
                  </a:extLst>
                </p14:cNvPr>
                <p14:cNvContentPartPr/>
                <p14:nvPr/>
              </p14:nvContentPartPr>
              <p14:xfrm>
                <a:off x="4616347" y="3938853"/>
                <a:ext cx="12960" cy="9324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CDD6E553-A10B-AB12-BC9C-376F96949D8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610227" y="3932733"/>
                  <a:ext cx="252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5F74A664-7E11-9D99-DBBB-EEC4D8932A78}"/>
                    </a:ext>
                  </a:extLst>
                </p14:cNvPr>
                <p14:cNvContentPartPr/>
                <p14:nvPr/>
              </p14:nvContentPartPr>
              <p14:xfrm>
                <a:off x="4641547" y="3921933"/>
                <a:ext cx="17280" cy="108000"/>
              </p14:xfrm>
            </p:contentPart>
          </mc:Choice>
          <mc:Fallback xmlns=""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5F74A664-7E11-9D99-DBBB-EEC4D8932A7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635427" y="3915813"/>
                  <a:ext cx="29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10DB49B9-EE44-4CA4-0F17-C5ED6D0C28F8}"/>
                    </a:ext>
                  </a:extLst>
                </p14:cNvPr>
                <p14:cNvContentPartPr/>
                <p14:nvPr/>
              </p14:nvContentPartPr>
              <p14:xfrm>
                <a:off x="4657387" y="3924093"/>
                <a:ext cx="37800" cy="10584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10DB49B9-EE44-4CA4-0F17-C5ED6D0C28F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651267" y="3917973"/>
                  <a:ext cx="500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ADF4221B-C08A-5141-96CB-DECB1814DF0F}"/>
                    </a:ext>
                  </a:extLst>
                </p14:cNvPr>
                <p14:cNvContentPartPr/>
                <p14:nvPr/>
              </p14:nvContentPartPr>
              <p14:xfrm>
                <a:off x="4698787" y="3928413"/>
                <a:ext cx="10800" cy="12132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ADF4221B-C08A-5141-96CB-DECB1814DF0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692667" y="3922293"/>
                  <a:ext cx="23040" cy="133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42263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48C1C-D202-3E9A-F92D-AB8CC60B5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0CFEA1A-EF6B-0207-8DC3-144204BA13EA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300" b="1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示例：需要栈操作</a:t>
            </a:r>
            <a:endParaRPr sz="3300" b="1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33599893-482C-CC1F-1264-79A32CE11D0E}"/>
                  </a:ext>
                </a:extLst>
              </p14:cNvPr>
              <p14:cNvContentPartPr/>
              <p14:nvPr/>
            </p14:nvContentPartPr>
            <p14:xfrm>
              <a:off x="4165467" y="2556840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33599893-482C-CC1F-1264-79A32CE11D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59347" y="25507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7EC11BF7-F407-A93D-F95A-9A360813C1CA}"/>
                  </a:ext>
                </a:extLst>
              </p14:cNvPr>
              <p14:cNvContentPartPr/>
              <p14:nvPr/>
            </p14:nvContentPartPr>
            <p14:xfrm>
              <a:off x="5393067" y="1854120"/>
              <a:ext cx="360" cy="36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7EC11BF7-F407-A93D-F95A-9A360813C1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86947" y="18480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5C82AE7E-DAD4-E268-D1CF-E5C00CD3BEA4}"/>
                  </a:ext>
                </a:extLst>
              </p14:cNvPr>
              <p14:cNvContentPartPr/>
              <p14:nvPr/>
            </p14:nvContentPartPr>
            <p14:xfrm>
              <a:off x="5604747" y="1295400"/>
              <a:ext cx="360" cy="36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5C82AE7E-DAD4-E268-D1CF-E5C00CD3BE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98627" y="128928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9BCD3EF7-98B4-CE68-E284-633E80429B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272" y="1476735"/>
            <a:ext cx="6169459" cy="3776742"/>
          </a:xfrm>
          <a:prstGeom prst="rect">
            <a:avLst/>
          </a:prstGeom>
        </p:spPr>
      </p:pic>
      <p:grpSp>
        <p:nvGrpSpPr>
          <p:cNvPr id="26" name="组合 25">
            <a:extLst>
              <a:ext uri="{FF2B5EF4-FFF2-40B4-BE49-F238E27FC236}">
                <a16:creationId xmlns:a16="http://schemas.microsoft.com/office/drawing/2014/main" id="{01E34C3E-D7A3-5B24-AF3A-30F30DA6AF3D}"/>
              </a:ext>
            </a:extLst>
          </p:cNvPr>
          <p:cNvGrpSpPr/>
          <p:nvPr/>
        </p:nvGrpSpPr>
        <p:grpSpPr>
          <a:xfrm>
            <a:off x="4631303" y="4075361"/>
            <a:ext cx="97200" cy="130320"/>
            <a:chOff x="4995635" y="4133850"/>
            <a:chExt cx="97200" cy="13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FE809583-AB57-A864-3304-69997078F3B8}"/>
                    </a:ext>
                  </a:extLst>
                </p14:cNvPr>
                <p14:cNvContentPartPr/>
                <p14:nvPr/>
              </p14:nvContentPartPr>
              <p14:xfrm>
                <a:off x="4995635" y="4139970"/>
                <a:ext cx="20880" cy="120240"/>
              </p14:xfrm>
            </p:contentPart>
          </mc:Choice>
          <mc:Fallback xmlns=""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FE809583-AB57-A864-3304-69997078F3B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89515" y="4133850"/>
                  <a:ext cx="331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7A375BE5-6272-593A-047D-0269D51850F1}"/>
                    </a:ext>
                  </a:extLst>
                </p14:cNvPr>
                <p14:cNvContentPartPr/>
                <p14:nvPr/>
              </p14:nvContentPartPr>
              <p14:xfrm>
                <a:off x="5022635" y="4133850"/>
                <a:ext cx="26280" cy="128160"/>
              </p14:xfrm>
            </p:contentPart>
          </mc:Choice>
          <mc:Fallback xmlns=""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7A375BE5-6272-593A-047D-0269D51850F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16515" y="4127730"/>
                  <a:ext cx="385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372810CF-BB78-C0BC-68EE-E8DAF69F30F9}"/>
                    </a:ext>
                  </a:extLst>
                </p14:cNvPr>
                <p14:cNvContentPartPr/>
                <p14:nvPr/>
              </p14:nvContentPartPr>
              <p14:xfrm>
                <a:off x="5043515" y="4141770"/>
                <a:ext cx="34920" cy="111960"/>
              </p14:xfrm>
            </p:contentPart>
          </mc:Choice>
          <mc:Fallback xmlns=""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372810CF-BB78-C0BC-68EE-E8DAF69F30F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37395" y="4135650"/>
                  <a:ext cx="471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251E15DE-85EC-B4E5-7CCB-04D3E1A0CCC6}"/>
                    </a:ext>
                  </a:extLst>
                </p14:cNvPr>
                <p14:cNvContentPartPr/>
                <p14:nvPr/>
              </p14:nvContentPartPr>
              <p14:xfrm>
                <a:off x="5084555" y="4138530"/>
                <a:ext cx="8280" cy="12564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251E15DE-85EC-B4E5-7CCB-04D3E1A0CCC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78435" y="4132410"/>
                  <a:ext cx="20520" cy="1378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B5CB1184-C228-46FF-52CD-45A718CC5D9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5615787"/>
            <a:ext cx="3174274" cy="6858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CABEE025-EB3B-78D0-25D6-BD62A4C1BF37}"/>
              </a:ext>
            </a:extLst>
          </p:cNvPr>
          <p:cNvSpPr txBox="1"/>
          <p:nvPr/>
        </p:nvSpPr>
        <p:spPr>
          <a:xfrm>
            <a:off x="7122320" y="1476735"/>
            <a:ext cx="43641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一个问题：</a:t>
            </a:r>
            <a:r>
              <a:rPr lang="en-US" altLang="zh-CN" sz="2400" dirty="0" err="1"/>
              <a:t>pushq</a:t>
            </a:r>
            <a:r>
              <a:rPr lang="en-US" altLang="zh-CN" sz="2400" dirty="0"/>
              <a:t>/</a:t>
            </a:r>
            <a:r>
              <a:rPr lang="en-US" altLang="zh-CN" sz="2400" dirty="0" err="1"/>
              <a:t>popq</a:t>
            </a:r>
            <a:r>
              <a:rPr lang="en-US" altLang="zh-CN" sz="2400" dirty="0"/>
              <a:t> %</a:t>
            </a:r>
            <a:r>
              <a:rPr lang="en-US" altLang="zh-CN" sz="2400" dirty="0" err="1"/>
              <a:t>rsp</a:t>
            </a:r>
            <a:r>
              <a:rPr lang="en-US" altLang="zh-CN" sz="2400" dirty="0"/>
              <a:t> </a:t>
            </a:r>
            <a:r>
              <a:rPr lang="zh-CN" altLang="en-US" sz="2400" dirty="0"/>
              <a:t>的行为是什么样的？</a:t>
            </a:r>
            <a:endParaRPr lang="en-US" altLang="zh-CN" sz="2400" dirty="0"/>
          </a:p>
          <a:p>
            <a:r>
              <a:rPr lang="zh-CN" altLang="en-US" sz="2400" dirty="0"/>
              <a:t>（练习题</a:t>
            </a:r>
            <a:r>
              <a:rPr lang="en-US" altLang="zh-CN" sz="2400" dirty="0"/>
              <a:t>4.7/4.8 4.15/4.16</a:t>
            </a:r>
            <a:r>
              <a:rPr lang="zh-CN" altLang="en-US" sz="2400" dirty="0"/>
              <a:t>）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6CF451E-58B4-A899-B6F3-92C3CD8D5A7D}"/>
              </a:ext>
            </a:extLst>
          </p:cNvPr>
          <p:cNvSpPr txBox="1"/>
          <p:nvPr/>
        </p:nvSpPr>
        <p:spPr>
          <a:xfrm>
            <a:off x="7122320" y="2828835"/>
            <a:ext cx="43641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pushq</a:t>
            </a:r>
            <a:r>
              <a:rPr lang="en-US" altLang="zh-CN" sz="2400" dirty="0"/>
              <a:t> %</a:t>
            </a:r>
            <a:r>
              <a:rPr lang="en-US" altLang="zh-CN" sz="2400" dirty="0" err="1"/>
              <a:t>rsp</a:t>
            </a:r>
            <a:r>
              <a:rPr lang="en-US" altLang="zh-CN" sz="2400" dirty="0"/>
              <a:t> </a:t>
            </a:r>
            <a:r>
              <a:rPr lang="zh-CN" altLang="en-US" sz="2400" dirty="0"/>
              <a:t>会压入 </a:t>
            </a:r>
            <a:r>
              <a:rPr lang="en-US" altLang="zh-CN" sz="2400" dirty="0"/>
              <a:t>%</a:t>
            </a:r>
            <a:r>
              <a:rPr lang="en-US" altLang="zh-CN" sz="2400" dirty="0" err="1"/>
              <a:t>rsp</a:t>
            </a:r>
            <a:r>
              <a:rPr lang="en-US" altLang="zh-CN" sz="2400" dirty="0"/>
              <a:t> </a:t>
            </a:r>
            <a:r>
              <a:rPr lang="zh-CN" altLang="en-US" sz="2400" dirty="0"/>
              <a:t>的原始值</a:t>
            </a:r>
            <a:endParaRPr lang="en-US" altLang="zh-CN" sz="2400" dirty="0"/>
          </a:p>
          <a:p>
            <a:r>
              <a:rPr lang="en-US" altLang="zh-CN" sz="2400" dirty="0" err="1"/>
              <a:t>popq</a:t>
            </a:r>
            <a:r>
              <a:rPr lang="en-US" altLang="zh-CN" sz="2400" dirty="0"/>
              <a:t> %</a:t>
            </a:r>
            <a:r>
              <a:rPr lang="en-US" altLang="zh-CN" sz="2400" dirty="0" err="1"/>
              <a:t>rsp</a:t>
            </a:r>
            <a:r>
              <a:rPr lang="en-US" altLang="zh-CN" sz="2400" dirty="0"/>
              <a:t> </a:t>
            </a:r>
            <a:r>
              <a:rPr lang="zh-CN" altLang="en-US" sz="2400" dirty="0"/>
              <a:t>会将 </a:t>
            </a:r>
            <a:r>
              <a:rPr lang="en-US" altLang="zh-CN" sz="2400" dirty="0"/>
              <a:t>%</a:t>
            </a:r>
            <a:r>
              <a:rPr lang="en-US" altLang="zh-CN" sz="2400" dirty="0" err="1"/>
              <a:t>rsp</a:t>
            </a:r>
            <a:r>
              <a:rPr lang="en-US" altLang="zh-CN" sz="2400" dirty="0"/>
              <a:t> </a:t>
            </a:r>
            <a:r>
              <a:rPr lang="zh-CN" altLang="en-US" sz="2400" dirty="0"/>
              <a:t>设为栈顶的值（注意这会存在一个优先级的问题，实际实现中 </a:t>
            </a:r>
            <a:r>
              <a:rPr lang="en-US" altLang="zh-CN" sz="2400" dirty="0"/>
              <a:t>M </a:t>
            </a:r>
            <a:r>
              <a:rPr lang="zh-CN" altLang="en-US" sz="2400" dirty="0"/>
              <a:t>端口优先，练习题</a:t>
            </a:r>
            <a:r>
              <a:rPr lang="en-US" altLang="zh-CN" sz="2400" dirty="0"/>
              <a:t>4.22</a:t>
            </a:r>
            <a:r>
              <a:rPr lang="zh-CN" altLang="en-US" sz="2400" dirty="0"/>
              <a:t>）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6D7F1B5F-CBEF-4291-51E4-0E8FB7D731C6}"/>
                  </a:ext>
                </a:extLst>
              </p14:cNvPr>
              <p14:cNvContentPartPr/>
              <p14:nvPr/>
            </p14:nvContentPartPr>
            <p14:xfrm>
              <a:off x="4242499" y="4335964"/>
              <a:ext cx="1353600" cy="608040"/>
            </p14:xfrm>
          </p:contentPart>
        </mc:Choice>
        <mc:Fallback xmlns=""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6D7F1B5F-CBEF-4291-51E4-0E8FB7D731C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236379" y="4329844"/>
                <a:ext cx="1365840" cy="62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组合 20">
            <a:extLst>
              <a:ext uri="{FF2B5EF4-FFF2-40B4-BE49-F238E27FC236}">
                <a16:creationId xmlns:a16="http://schemas.microsoft.com/office/drawing/2014/main" id="{12F76426-95F5-536F-1DC0-610900F469F8}"/>
              </a:ext>
            </a:extLst>
          </p:cNvPr>
          <p:cNvGrpSpPr/>
          <p:nvPr/>
        </p:nvGrpSpPr>
        <p:grpSpPr>
          <a:xfrm>
            <a:off x="5699419" y="4457644"/>
            <a:ext cx="1394640" cy="273600"/>
            <a:chOff x="5699419" y="4457644"/>
            <a:chExt cx="1394640" cy="27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75276379-5BCA-9C8B-8499-FD6CB05DE71D}"/>
                    </a:ext>
                  </a:extLst>
                </p14:cNvPr>
                <p14:cNvContentPartPr/>
                <p14:nvPr/>
              </p14:nvContentPartPr>
              <p14:xfrm>
                <a:off x="5765659" y="4457644"/>
                <a:ext cx="1328400" cy="18000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75276379-5BCA-9C8B-8499-FD6CB05DE71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759539" y="4451524"/>
                  <a:ext cx="13406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FBCC344E-524A-824B-B8D0-9E6653D23BBA}"/>
                    </a:ext>
                  </a:extLst>
                </p14:cNvPr>
                <p14:cNvContentPartPr/>
                <p14:nvPr/>
              </p14:nvContentPartPr>
              <p14:xfrm>
                <a:off x="5699419" y="4571764"/>
                <a:ext cx="123840" cy="15948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FBCC344E-524A-824B-B8D0-9E6653D23BB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693299" y="4565644"/>
                  <a:ext cx="136080" cy="171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647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42781-FA93-1D8B-9666-5611228A3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2077AED-50B3-D9BF-3518-71AD4D40D68F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300" b="1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示例：需要跳转</a:t>
            </a:r>
            <a:endParaRPr sz="3300" b="1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EBECCF9D-FBB9-FCDC-BE23-A162BFDF0304}"/>
                  </a:ext>
                </a:extLst>
              </p14:cNvPr>
              <p14:cNvContentPartPr/>
              <p14:nvPr/>
            </p14:nvContentPartPr>
            <p14:xfrm>
              <a:off x="4165467" y="2556840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EBECCF9D-FBB9-FCDC-BE23-A162BFDF03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59347" y="25507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90F1ED48-4CF2-4F44-0AD0-A2A1F30D17D9}"/>
                  </a:ext>
                </a:extLst>
              </p14:cNvPr>
              <p14:cNvContentPartPr/>
              <p14:nvPr/>
            </p14:nvContentPartPr>
            <p14:xfrm>
              <a:off x="5393067" y="1854120"/>
              <a:ext cx="360" cy="36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90F1ED48-4CF2-4F44-0AD0-A2A1F30D17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86947" y="18480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FC467877-096D-6A2D-5757-BCEFA667DCD7}"/>
                  </a:ext>
                </a:extLst>
              </p14:cNvPr>
              <p14:cNvContentPartPr/>
              <p14:nvPr/>
            </p14:nvContentPartPr>
            <p14:xfrm>
              <a:off x="5604747" y="1295400"/>
              <a:ext cx="360" cy="36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FC467877-096D-6A2D-5757-BCEFA667DC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98627" y="128928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2E3A58E8-DFF3-E01F-0EEF-5558DCD0BF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9774" y="1446926"/>
            <a:ext cx="7825566" cy="366799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47842E2-A818-8888-BFD7-6F8DB42AE3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3258" y="5165461"/>
            <a:ext cx="7611571" cy="1263914"/>
          </a:xfrm>
          <a:prstGeom prst="rect">
            <a:avLst/>
          </a:prstGeom>
        </p:spPr>
      </p:pic>
      <p:sp>
        <p:nvSpPr>
          <p:cNvPr id="13" name="椭圆 12">
            <a:extLst>
              <a:ext uri="{FF2B5EF4-FFF2-40B4-BE49-F238E27FC236}">
                <a16:creationId xmlns:a16="http://schemas.microsoft.com/office/drawing/2014/main" id="{4BDD426F-6F6F-68BC-FC51-AF05F31DABA0}"/>
              </a:ext>
            </a:extLst>
          </p:cNvPr>
          <p:cNvSpPr/>
          <p:nvPr/>
        </p:nvSpPr>
        <p:spPr>
          <a:xfrm>
            <a:off x="3245400" y="3841200"/>
            <a:ext cx="2340000" cy="360000"/>
          </a:xfrm>
          <a:prstGeom prst="ellipse">
            <a:avLst/>
          </a:prstGeom>
          <a:solidFill>
            <a:srgbClr val="E71224">
              <a:alpha val="5000"/>
            </a:srgbClr>
          </a:solidFill>
          <a:ln w="126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E71224"/>
              </a:solidFill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D8D0263-E042-F498-4F6A-90B92D5C930A}"/>
              </a:ext>
            </a:extLst>
          </p:cNvPr>
          <p:cNvGrpSpPr/>
          <p:nvPr/>
        </p:nvGrpSpPr>
        <p:grpSpPr>
          <a:xfrm>
            <a:off x="4207219" y="4221844"/>
            <a:ext cx="246960" cy="600480"/>
            <a:chOff x="4207219" y="4221844"/>
            <a:chExt cx="246960" cy="60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01EFF66B-C30B-1A36-971D-76CF78BAA5C7}"/>
                    </a:ext>
                  </a:extLst>
                </p14:cNvPr>
                <p14:cNvContentPartPr/>
                <p14:nvPr/>
              </p14:nvContentPartPr>
              <p14:xfrm>
                <a:off x="4255819" y="4221844"/>
                <a:ext cx="130320" cy="52920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01EFF66B-C30B-1A36-971D-76CF78BAA5C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249699" y="4215724"/>
                  <a:ext cx="142560" cy="5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4532E0C6-2C40-FDD6-AE89-BEFF215FCC15}"/>
                    </a:ext>
                  </a:extLst>
                </p14:cNvPr>
                <p14:cNvContentPartPr/>
                <p14:nvPr/>
              </p14:nvContentPartPr>
              <p14:xfrm>
                <a:off x="4207219" y="4593364"/>
                <a:ext cx="246960" cy="228960"/>
              </p14:xfrm>
            </p:contentPart>
          </mc:Choice>
          <mc:Fallback xmlns=""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4532E0C6-2C40-FDD6-AE89-BEFF215FCC1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201099" y="4587244"/>
                  <a:ext cx="259200" cy="24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F749D98-B3F5-EEE1-1FCD-4D8B4F17B96E}"/>
              </a:ext>
            </a:extLst>
          </p:cNvPr>
          <p:cNvGrpSpPr/>
          <p:nvPr/>
        </p:nvGrpSpPr>
        <p:grpSpPr>
          <a:xfrm>
            <a:off x="3832992" y="1228925"/>
            <a:ext cx="588240" cy="402480"/>
            <a:chOff x="3832992" y="1228925"/>
            <a:chExt cx="588240" cy="40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" name="墨迹 1">
                  <a:extLst>
                    <a:ext uri="{FF2B5EF4-FFF2-40B4-BE49-F238E27FC236}">
                      <a16:creationId xmlns:a16="http://schemas.microsoft.com/office/drawing/2014/main" id="{5A66041F-AA42-AEA6-AD1E-556D6F59FADA}"/>
                    </a:ext>
                  </a:extLst>
                </p14:cNvPr>
                <p14:cNvContentPartPr/>
                <p14:nvPr/>
              </p14:nvContentPartPr>
              <p14:xfrm>
                <a:off x="3832992" y="1308845"/>
                <a:ext cx="549000" cy="322560"/>
              </p14:xfrm>
            </p:contentPart>
          </mc:Choice>
          <mc:Fallback xmlns="">
            <p:pic>
              <p:nvPicPr>
                <p:cNvPr id="2" name="墨迹 1">
                  <a:extLst>
                    <a:ext uri="{FF2B5EF4-FFF2-40B4-BE49-F238E27FC236}">
                      <a16:creationId xmlns:a16="http://schemas.microsoft.com/office/drawing/2014/main" id="{5A66041F-AA42-AEA6-AD1E-556D6F59FAD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826872" y="1302725"/>
                  <a:ext cx="5612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EE5A7CA2-D1C0-A190-DBE1-1E8F68F02229}"/>
                    </a:ext>
                  </a:extLst>
                </p14:cNvPr>
                <p14:cNvContentPartPr/>
                <p14:nvPr/>
              </p14:nvContentPartPr>
              <p14:xfrm>
                <a:off x="4264632" y="1228925"/>
                <a:ext cx="156600" cy="25992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EE5A7CA2-D1C0-A190-DBE1-1E8F68F0222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258512" y="1222805"/>
                  <a:ext cx="168840" cy="2721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B92C058F-0B90-005D-FB71-7564A1C32D14}"/>
              </a:ext>
            </a:extLst>
          </p:cNvPr>
          <p:cNvSpPr txBox="1"/>
          <p:nvPr/>
        </p:nvSpPr>
        <p:spPr>
          <a:xfrm>
            <a:off x="4454179" y="888470"/>
            <a:ext cx="4367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由于</a:t>
            </a:r>
            <a:r>
              <a:rPr lang="en-US" altLang="zh-CN" dirty="0">
                <a:solidFill>
                  <a:srgbClr val="FF0000"/>
                </a:solidFill>
              </a:rPr>
              <a:t>Y86-64</a:t>
            </a:r>
            <a:r>
              <a:rPr lang="zh-CN" altLang="en-US" dirty="0">
                <a:solidFill>
                  <a:srgbClr val="FF0000"/>
                </a:solidFill>
              </a:rPr>
              <a:t>条件码只有 </a:t>
            </a:r>
            <a:r>
              <a:rPr lang="en-US" altLang="zh-CN" dirty="0">
                <a:solidFill>
                  <a:srgbClr val="FF0000"/>
                </a:solidFill>
              </a:rPr>
              <a:t>ZF, SF, OF</a:t>
            </a:r>
            <a:r>
              <a:rPr lang="zh-CN" altLang="en-US" dirty="0">
                <a:solidFill>
                  <a:srgbClr val="FF0000"/>
                </a:solidFill>
              </a:rPr>
              <a:t>，所以</a:t>
            </a:r>
            <a:r>
              <a:rPr lang="en-US" altLang="zh-CN" dirty="0" err="1">
                <a:solidFill>
                  <a:srgbClr val="FF0000"/>
                </a:solidFill>
              </a:rPr>
              <a:t>jXX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没有用于无符号数比较大小的指令</a:t>
            </a:r>
          </a:p>
        </p:txBody>
      </p:sp>
    </p:spTree>
    <p:extLst>
      <p:ext uri="{BB962C8B-B14F-4D97-AF65-F5344CB8AC3E}">
        <p14:creationId xmlns:p14="http://schemas.microsoft.com/office/powerpoint/2010/main" val="412235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83F4A-2F1E-6044-EBCA-DFF307BBC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4185DF3-504F-DE37-4B9B-3714169EC5CA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300" b="1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示例：条件传送</a:t>
            </a:r>
            <a:endParaRPr sz="3300" b="1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E86EF8C3-CBCB-6731-7932-048E49D41109}"/>
                  </a:ext>
                </a:extLst>
              </p14:cNvPr>
              <p14:cNvContentPartPr/>
              <p14:nvPr/>
            </p14:nvContentPartPr>
            <p14:xfrm>
              <a:off x="4165467" y="2556840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E86EF8C3-CBCB-6731-7932-048E49D411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59347" y="25507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4C5BC2C6-FDD2-5453-F5D1-EBEE073C0D45}"/>
                  </a:ext>
                </a:extLst>
              </p14:cNvPr>
              <p14:cNvContentPartPr/>
              <p14:nvPr/>
            </p14:nvContentPartPr>
            <p14:xfrm>
              <a:off x="5393067" y="1854120"/>
              <a:ext cx="360" cy="36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4C5BC2C6-FDD2-5453-F5D1-EBEE073C0D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86947" y="18480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8D174655-52A7-A1E9-F9D5-5003E5462C08}"/>
                  </a:ext>
                </a:extLst>
              </p14:cNvPr>
              <p14:cNvContentPartPr/>
              <p14:nvPr/>
            </p14:nvContentPartPr>
            <p14:xfrm>
              <a:off x="5604747" y="1295400"/>
              <a:ext cx="360" cy="36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8D174655-52A7-A1E9-F9D5-5003E5462C0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98627" y="128928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B376EA5D-44D3-5567-5928-6995E3DA9F03}"/>
              </a:ext>
            </a:extLst>
          </p:cNvPr>
          <p:cNvGrpSpPr/>
          <p:nvPr/>
        </p:nvGrpSpPr>
        <p:grpSpPr>
          <a:xfrm>
            <a:off x="1098802" y="1295400"/>
            <a:ext cx="4294265" cy="4202703"/>
            <a:chOff x="3120948" y="1327648"/>
            <a:chExt cx="4294265" cy="4202703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85F3BB0-0D7A-6808-9584-C22EE64C064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20948" y="1327648"/>
              <a:ext cx="4294265" cy="4202703"/>
            </a:xfrm>
            <a:prstGeom prst="rect">
              <a:avLst/>
            </a:prstGeom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F1B2B43C-178E-E2E8-E24F-A72DD8692589}"/>
                </a:ext>
              </a:extLst>
            </p:cNvPr>
            <p:cNvSpPr txBox="1"/>
            <p:nvPr/>
          </p:nvSpPr>
          <p:spPr>
            <a:xfrm>
              <a:off x="4750594" y="3643313"/>
              <a:ext cx="25074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1400" dirty="0"/>
                <a:t>If ! Cond(CC,ifun) rB</a:t>
              </a:r>
              <a:r>
                <a:rPr lang="zh-CN" altLang="en-US" sz="1400" dirty="0"/>
                <a:t>⬅</a:t>
              </a:r>
              <a:r>
                <a:rPr lang="zh-CN" altLang="zh-CN" sz="1400" dirty="0"/>
                <a:t>0xF</a:t>
              </a:r>
              <a:endParaRPr lang="zh-CN" altLang="en-US" sz="1400" dirty="0"/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B4622383-2E75-80CB-76A4-0706FA71C2E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7737" b="49652"/>
          <a:stretch>
            <a:fillRect/>
          </a:stretch>
        </p:blipFill>
        <p:spPr>
          <a:xfrm>
            <a:off x="1541728" y="5953488"/>
            <a:ext cx="6726931" cy="25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331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423BA-2C60-63CE-DC1D-50407C038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8076EAB-4C75-0BA7-B04E-5575A73A0E2A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300" b="1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统一形式</a:t>
            </a:r>
            <a:endParaRPr sz="3300" b="1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BB4BAAC-1D96-E728-C779-9799F9FADB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85" t="1878" r="185" b="-1878"/>
          <a:stretch>
            <a:fillRect/>
          </a:stretch>
        </p:blipFill>
        <p:spPr>
          <a:xfrm>
            <a:off x="928040" y="1449829"/>
            <a:ext cx="4578585" cy="354983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C185CCA-19A3-233D-7657-1FDF48F59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554" y="1449829"/>
            <a:ext cx="2425825" cy="341647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A1248A1-9448-EF75-7105-06ABB40D56D7}"/>
              </a:ext>
            </a:extLst>
          </p:cNvPr>
          <p:cNvSpPr txBox="1"/>
          <p:nvPr/>
        </p:nvSpPr>
        <p:spPr>
          <a:xfrm>
            <a:off x="928040" y="5408171"/>
            <a:ext cx="6650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构建统一形式的原因是，所有指令都运行在统一的硬件上，因此这样会更好地适配硬件系统</a:t>
            </a:r>
          </a:p>
        </p:txBody>
      </p:sp>
    </p:spTree>
    <p:extLst>
      <p:ext uri="{BB962C8B-B14F-4D97-AF65-F5344CB8AC3E}">
        <p14:creationId xmlns:p14="http://schemas.microsoft.com/office/powerpoint/2010/main" val="1809645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97630-EED2-FC67-2BF8-578A70136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2E45C17-9C5F-E09C-62F8-5AD4AC1D7E36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300" b="1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一些常数</a:t>
            </a:r>
            <a:endParaRPr sz="3300" b="1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30ADE90-16F4-E346-B63B-FCB2D5A16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42" y="1042987"/>
            <a:ext cx="5610753" cy="52301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97F9157C-47CE-45C3-5BB4-5B752E98E1D5}"/>
                  </a:ext>
                </a:extLst>
              </p14:cNvPr>
              <p14:cNvContentPartPr/>
              <p14:nvPr/>
            </p14:nvContentPartPr>
            <p14:xfrm>
              <a:off x="9215179" y="2700124"/>
              <a:ext cx="360" cy="3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97F9157C-47CE-45C3-5BB4-5B752E98E1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09059" y="2694004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F90DA35B-5E8E-590B-1212-A956E32C63C7}"/>
                  </a:ext>
                </a:extLst>
              </p14:cNvPr>
              <p14:cNvContentPartPr/>
              <p14:nvPr/>
            </p14:nvContentPartPr>
            <p14:xfrm>
              <a:off x="6557659" y="1592764"/>
              <a:ext cx="356760" cy="246492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F90DA35B-5E8E-590B-1212-A956E32C63C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51539" y="1586644"/>
                <a:ext cx="369000" cy="247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15D51534-979B-55CE-63CB-232B059032A3}"/>
                  </a:ext>
                </a:extLst>
              </p14:cNvPr>
              <p14:cNvContentPartPr/>
              <p14:nvPr/>
            </p14:nvContentPartPr>
            <p14:xfrm>
              <a:off x="7103253" y="2378720"/>
              <a:ext cx="155880" cy="7668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15D51534-979B-55CE-63CB-232B059032A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97133" y="2372600"/>
                <a:ext cx="168120" cy="8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组合 47">
            <a:extLst>
              <a:ext uri="{FF2B5EF4-FFF2-40B4-BE49-F238E27FC236}">
                <a16:creationId xmlns:a16="http://schemas.microsoft.com/office/drawing/2014/main" id="{C773652D-0EE0-B602-97E5-59624306B43A}"/>
              </a:ext>
            </a:extLst>
          </p:cNvPr>
          <p:cNvGrpSpPr/>
          <p:nvPr/>
        </p:nvGrpSpPr>
        <p:grpSpPr>
          <a:xfrm>
            <a:off x="7177840" y="2253980"/>
            <a:ext cx="1268747" cy="408727"/>
            <a:chOff x="7177840" y="2253980"/>
            <a:chExt cx="1268747" cy="40872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76437FA2-3A18-2E4A-A92A-CD43023C91A8}"/>
                    </a:ext>
                  </a:extLst>
                </p14:cNvPr>
                <p14:cNvContentPartPr/>
                <p14:nvPr/>
              </p14:nvContentPartPr>
              <p14:xfrm>
                <a:off x="7177840" y="2307980"/>
                <a:ext cx="159120" cy="326880"/>
              </p14:xfrm>
            </p:contentPart>
          </mc:Choice>
          <mc:Fallback xmlns=""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76437FA2-3A18-2E4A-A92A-CD43023C91A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71720" y="2301860"/>
                  <a:ext cx="1713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625ABE42-BD97-FF79-B9F7-3FEB2FAF37EB}"/>
                    </a:ext>
                  </a:extLst>
                </p14:cNvPr>
                <p14:cNvContentPartPr/>
                <p14:nvPr/>
              </p14:nvContentPartPr>
              <p14:xfrm>
                <a:off x="7308520" y="2377820"/>
                <a:ext cx="57600" cy="19800"/>
              </p14:xfrm>
            </p:contentPart>
          </mc:Choice>
          <mc:Fallback xmlns=""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625ABE42-BD97-FF79-B9F7-3FEB2FAF37E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302400" y="2371700"/>
                  <a:ext cx="698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4929BE06-63EC-4BB4-CD14-8F5DCE9F9038}"/>
                    </a:ext>
                  </a:extLst>
                </p14:cNvPr>
                <p14:cNvContentPartPr/>
                <p14:nvPr/>
              </p14:nvContentPartPr>
              <p14:xfrm>
                <a:off x="7293040" y="2288900"/>
                <a:ext cx="88560" cy="196200"/>
              </p14:xfrm>
            </p:contentPart>
          </mc:Choice>
          <mc:Fallback xmlns=""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4929BE06-63EC-4BB4-CD14-8F5DCE9F903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286920" y="2282780"/>
                  <a:ext cx="1008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81B99903-55B8-1613-643F-9FADD702A31A}"/>
                    </a:ext>
                  </a:extLst>
                </p14:cNvPr>
                <p14:cNvContentPartPr/>
                <p14:nvPr/>
              </p14:nvContentPartPr>
              <p14:xfrm>
                <a:off x="7321120" y="2468540"/>
                <a:ext cx="99360" cy="171720"/>
              </p14:xfrm>
            </p:contentPart>
          </mc:Choice>
          <mc:Fallback xmlns=""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81B99903-55B8-1613-643F-9FADD702A31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315000" y="2462420"/>
                  <a:ext cx="1116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D86F8364-47AF-6BCF-2975-02E5366DFA11}"/>
                    </a:ext>
                  </a:extLst>
                </p14:cNvPr>
                <p14:cNvContentPartPr/>
                <p14:nvPr/>
              </p14:nvContentPartPr>
              <p14:xfrm>
                <a:off x="7321480" y="2559980"/>
                <a:ext cx="116280" cy="54000"/>
              </p14:xfrm>
            </p:contentPart>
          </mc:Choice>
          <mc:Fallback xmlns=""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D86F8364-47AF-6BCF-2975-02E5366DFA1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315360" y="2553860"/>
                  <a:ext cx="1285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6443B737-B659-EC67-CAE6-715ECAF8287F}"/>
                    </a:ext>
                  </a:extLst>
                </p14:cNvPr>
                <p14:cNvContentPartPr/>
                <p14:nvPr/>
              </p14:nvContentPartPr>
              <p14:xfrm>
                <a:off x="7505080" y="2253980"/>
                <a:ext cx="144000" cy="232200"/>
              </p14:xfrm>
            </p:contentPart>
          </mc:Choice>
          <mc:Fallback xmlns=""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6443B737-B659-EC67-CAE6-715ECAF8287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498960" y="2247860"/>
                  <a:ext cx="1562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34DEF255-C972-12EA-B816-2AB5A0720037}"/>
                    </a:ext>
                  </a:extLst>
                </p14:cNvPr>
                <p14:cNvContentPartPr/>
                <p14:nvPr/>
              </p14:nvContentPartPr>
              <p14:xfrm>
                <a:off x="7632520" y="2371700"/>
                <a:ext cx="160200" cy="95040"/>
              </p14:xfrm>
            </p:contentPart>
          </mc:Choice>
          <mc:Fallback xmlns=""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34DEF255-C972-12EA-B816-2AB5A072003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626400" y="2365580"/>
                  <a:ext cx="1724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4BC99B30-33BB-D8E4-CFBA-CBCDDFA26BF2}"/>
                    </a:ext>
                  </a:extLst>
                </p14:cNvPr>
                <p14:cNvContentPartPr/>
                <p14:nvPr/>
              </p14:nvContentPartPr>
              <p14:xfrm>
                <a:off x="7606960" y="2425700"/>
                <a:ext cx="42840" cy="33840"/>
              </p14:xfrm>
            </p:contentPart>
          </mc:Choice>
          <mc:Fallback xmlns=""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4BC99B30-33BB-D8E4-CFBA-CBCDDFA26BF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00840" y="2419580"/>
                  <a:ext cx="550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57D77FCC-4FA7-AEBF-CDE0-59104F514B0E}"/>
                    </a:ext>
                  </a:extLst>
                </p14:cNvPr>
                <p14:cNvContentPartPr/>
                <p14:nvPr/>
              </p14:nvContentPartPr>
              <p14:xfrm>
                <a:off x="7556200" y="2520380"/>
                <a:ext cx="131760" cy="95040"/>
              </p14:xfrm>
            </p:contentPart>
          </mc:Choice>
          <mc:Fallback xmlns=""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57D77FCC-4FA7-AEBF-CDE0-59104F514B0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550080" y="2514260"/>
                  <a:ext cx="1440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BCD307C0-F5E3-F0CA-B865-4C0371F05F38}"/>
                    </a:ext>
                  </a:extLst>
                </p14:cNvPr>
                <p14:cNvContentPartPr/>
                <p14:nvPr/>
              </p14:nvContentPartPr>
              <p14:xfrm>
                <a:off x="7578520" y="2593820"/>
                <a:ext cx="144720" cy="66240"/>
              </p14:xfrm>
            </p:contentPart>
          </mc:Choice>
          <mc:Fallback xmlns=""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BCD307C0-F5E3-F0CA-B865-4C0371F05F3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72400" y="2587700"/>
                  <a:ext cx="1569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184E9E8A-54BD-BAFC-6819-85AF9096DD1E}"/>
                    </a:ext>
                  </a:extLst>
                </p14:cNvPr>
                <p14:cNvContentPartPr/>
                <p14:nvPr/>
              </p14:nvContentPartPr>
              <p14:xfrm>
                <a:off x="7731627" y="2387307"/>
                <a:ext cx="165600" cy="180720"/>
              </p14:xfrm>
            </p:contentPart>
          </mc:Choice>
          <mc:Fallback xmlns=""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184E9E8A-54BD-BAFC-6819-85AF9096DD1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725507" y="2381187"/>
                  <a:ext cx="1778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28BBAA97-5B24-A545-F36F-9D38C8216B68}"/>
                    </a:ext>
                  </a:extLst>
                </p14:cNvPr>
                <p14:cNvContentPartPr/>
                <p14:nvPr/>
              </p14:nvContentPartPr>
              <p14:xfrm>
                <a:off x="7827387" y="2507907"/>
                <a:ext cx="29160" cy="123120"/>
              </p14:xfrm>
            </p:contentPart>
          </mc:Choice>
          <mc:Fallback xmlns=""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28BBAA97-5B24-A545-F36F-9D38C8216B6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821267" y="2501787"/>
                  <a:ext cx="414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BB48E903-581D-2026-8590-B3044D8746AA}"/>
                    </a:ext>
                  </a:extLst>
                </p14:cNvPr>
                <p14:cNvContentPartPr/>
                <p14:nvPr/>
              </p14:nvContentPartPr>
              <p14:xfrm>
                <a:off x="7897227" y="2389467"/>
                <a:ext cx="103320" cy="148680"/>
              </p14:xfrm>
            </p:contentPart>
          </mc:Choice>
          <mc:Fallback xmlns=""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BB48E903-581D-2026-8590-B3044D8746A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891107" y="2383347"/>
                  <a:ext cx="1155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AFF2CAEA-2F25-D130-2783-42AA054FC204}"/>
                    </a:ext>
                  </a:extLst>
                </p14:cNvPr>
                <p14:cNvContentPartPr/>
                <p14:nvPr/>
              </p14:nvContentPartPr>
              <p14:xfrm>
                <a:off x="7954107" y="2372547"/>
                <a:ext cx="124560" cy="290160"/>
              </p14:xfrm>
            </p:contentPart>
          </mc:Choice>
          <mc:Fallback xmlns=""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AFF2CAEA-2F25-D130-2783-42AA054FC20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947987" y="2366427"/>
                  <a:ext cx="13680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509FB6EE-0DA3-ACF3-D406-CD66DB688338}"/>
                    </a:ext>
                  </a:extLst>
                </p14:cNvPr>
                <p14:cNvContentPartPr/>
                <p14:nvPr/>
              </p14:nvContentPartPr>
              <p14:xfrm>
                <a:off x="8028267" y="2349147"/>
                <a:ext cx="59040" cy="67680"/>
              </p14:xfrm>
            </p:contentPart>
          </mc:Choice>
          <mc:Fallback xmlns=""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509FB6EE-0DA3-ACF3-D406-CD66DB68833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022147" y="2343027"/>
                  <a:ext cx="712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E29D5EFB-82B5-7798-4FB0-CF13E85DD7E7}"/>
                    </a:ext>
                  </a:extLst>
                </p14:cNvPr>
                <p14:cNvContentPartPr/>
                <p14:nvPr/>
              </p14:nvContentPartPr>
              <p14:xfrm>
                <a:off x="8162187" y="2406387"/>
                <a:ext cx="112320" cy="208440"/>
              </p14:xfrm>
            </p:contentPart>
          </mc:Choice>
          <mc:Fallback xmlns=""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E29D5EFB-82B5-7798-4FB0-CF13E85DD7E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156067" y="2400267"/>
                  <a:ext cx="1245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DEB5D9A8-CC49-1969-D70E-0DDC78EBFBFB}"/>
                    </a:ext>
                  </a:extLst>
                </p14:cNvPr>
                <p14:cNvContentPartPr/>
                <p14:nvPr/>
              </p14:nvContentPartPr>
              <p14:xfrm>
                <a:off x="8231667" y="2502867"/>
                <a:ext cx="55080" cy="73080"/>
              </p14:xfrm>
            </p:contentPart>
          </mc:Choice>
          <mc:Fallback xmlns=""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DEB5D9A8-CC49-1969-D70E-0DDC78EBFBF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225547" y="2496747"/>
                  <a:ext cx="673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29751346-C147-F6E7-C49D-0B1548F9945B}"/>
                    </a:ext>
                  </a:extLst>
                </p14:cNvPr>
                <p14:cNvContentPartPr/>
                <p14:nvPr/>
              </p14:nvContentPartPr>
              <p14:xfrm>
                <a:off x="8337507" y="2329707"/>
                <a:ext cx="72000" cy="69480"/>
              </p14:xfrm>
            </p:contentPart>
          </mc:Choice>
          <mc:Fallback xmlns=""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29751346-C147-F6E7-C49D-0B1548F9945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331387" y="2323587"/>
                  <a:ext cx="842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6443C9E5-CA6C-96BE-6144-455DB1B13BE1}"/>
                    </a:ext>
                  </a:extLst>
                </p14:cNvPr>
                <p14:cNvContentPartPr/>
                <p14:nvPr/>
              </p14:nvContentPartPr>
              <p14:xfrm>
                <a:off x="8335347" y="2374707"/>
                <a:ext cx="111240" cy="228240"/>
              </p14:xfrm>
            </p:contentPart>
          </mc:Choice>
          <mc:Fallback xmlns=""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6443C9E5-CA6C-96BE-6144-455DB1B13BE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329227" y="2368587"/>
                  <a:ext cx="123480" cy="24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7FC3CE89-4616-E13F-63E6-311FE2F783B7}"/>
                  </a:ext>
                </a:extLst>
              </p14:cNvPr>
              <p14:cNvContentPartPr/>
              <p14:nvPr/>
            </p14:nvContentPartPr>
            <p14:xfrm>
              <a:off x="6527740" y="5283170"/>
              <a:ext cx="195120" cy="884520"/>
            </p14:xfrm>
          </p:contentPart>
        </mc:Choice>
        <mc:Fallback xmlns=""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7FC3CE89-4616-E13F-63E6-311FE2F783B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521620" y="5277050"/>
                <a:ext cx="207360" cy="89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组合 66">
            <a:extLst>
              <a:ext uri="{FF2B5EF4-FFF2-40B4-BE49-F238E27FC236}">
                <a16:creationId xmlns:a16="http://schemas.microsoft.com/office/drawing/2014/main" id="{FEF44A04-90E4-D399-470B-4B04F2A3C862}"/>
              </a:ext>
            </a:extLst>
          </p:cNvPr>
          <p:cNvGrpSpPr/>
          <p:nvPr/>
        </p:nvGrpSpPr>
        <p:grpSpPr>
          <a:xfrm>
            <a:off x="6955293" y="5558220"/>
            <a:ext cx="393120" cy="374040"/>
            <a:chOff x="6955293" y="5558220"/>
            <a:chExt cx="393120" cy="37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9E9B2D36-2BD9-31EF-8250-101C9C1304C8}"/>
                    </a:ext>
                  </a:extLst>
                </p14:cNvPr>
                <p14:cNvContentPartPr/>
                <p14:nvPr/>
              </p14:nvContentPartPr>
              <p14:xfrm>
                <a:off x="6955293" y="5630220"/>
                <a:ext cx="76680" cy="93600"/>
              </p14:xfrm>
            </p:contentPart>
          </mc:Choice>
          <mc:Fallback xmlns=""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9E9B2D36-2BD9-31EF-8250-101C9C1304C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49173" y="5624100"/>
                  <a:ext cx="889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C66D18B4-8F16-22E8-F902-EB746567C1FB}"/>
                    </a:ext>
                  </a:extLst>
                </p14:cNvPr>
                <p14:cNvContentPartPr/>
                <p14:nvPr/>
              </p14:nvContentPartPr>
              <p14:xfrm>
                <a:off x="6955293" y="5597820"/>
                <a:ext cx="147240" cy="235800"/>
              </p14:xfrm>
            </p:contentPart>
          </mc:Choice>
          <mc:Fallback xmlns=""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C66D18B4-8F16-22E8-F902-EB746567C1F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49173" y="5591700"/>
                  <a:ext cx="1594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E6609B6A-BC21-A841-0A9E-6854E2596B92}"/>
                    </a:ext>
                  </a:extLst>
                </p14:cNvPr>
                <p14:cNvContentPartPr/>
                <p14:nvPr/>
              </p14:nvContentPartPr>
              <p14:xfrm>
                <a:off x="7086333" y="5558220"/>
                <a:ext cx="129600" cy="374040"/>
              </p14:xfrm>
            </p:contentPart>
          </mc:Choice>
          <mc:Fallback xmlns=""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E6609B6A-BC21-A841-0A9E-6854E2596B9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80213" y="5552100"/>
                  <a:ext cx="14184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AA314009-675D-D2E4-C31E-642409E16EA3}"/>
                    </a:ext>
                  </a:extLst>
                </p14:cNvPr>
                <p14:cNvContentPartPr/>
                <p14:nvPr/>
              </p14:nvContentPartPr>
              <p14:xfrm>
                <a:off x="7145373" y="5613300"/>
                <a:ext cx="51480" cy="279720"/>
              </p14:xfrm>
            </p:contentPart>
          </mc:Choice>
          <mc:Fallback xmlns=""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AA314009-675D-D2E4-C31E-642409E16EA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139253" y="5607180"/>
                  <a:ext cx="637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C2D24ABA-753F-0225-315E-8018DF9DFFB5}"/>
                    </a:ext>
                  </a:extLst>
                </p14:cNvPr>
                <p14:cNvContentPartPr/>
                <p14:nvPr/>
              </p14:nvContentPartPr>
              <p14:xfrm>
                <a:off x="7187853" y="5803740"/>
                <a:ext cx="160560" cy="118080"/>
              </p14:xfrm>
            </p:contentPart>
          </mc:Choice>
          <mc:Fallback xmlns=""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C2D24ABA-753F-0225-315E-8018DF9DFFB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181733" y="5797620"/>
                  <a:ext cx="1728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0E6D1375-0D9A-F52C-FA7C-ABB814E427F2}"/>
                    </a:ext>
                  </a:extLst>
                </p14:cNvPr>
                <p14:cNvContentPartPr/>
                <p14:nvPr/>
              </p14:nvContentPartPr>
              <p14:xfrm>
                <a:off x="7238973" y="5579460"/>
                <a:ext cx="22320" cy="80640"/>
              </p14:xfrm>
            </p:contentPart>
          </mc:Choice>
          <mc:Fallback xmlns=""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0E6D1375-0D9A-F52C-FA7C-ABB814E427F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232853" y="5573340"/>
                  <a:ext cx="3456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9CAFC972-8987-FA28-06A1-FD7EFD693F70}"/>
              </a:ext>
            </a:extLst>
          </p:cNvPr>
          <p:cNvGrpSpPr/>
          <p:nvPr/>
        </p:nvGrpSpPr>
        <p:grpSpPr>
          <a:xfrm>
            <a:off x="7485933" y="5532660"/>
            <a:ext cx="252000" cy="424080"/>
            <a:chOff x="7485933" y="5532660"/>
            <a:chExt cx="252000" cy="42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438BFFCE-177A-57A7-48B6-D4559A086E28}"/>
                    </a:ext>
                  </a:extLst>
                </p14:cNvPr>
                <p14:cNvContentPartPr/>
                <p14:nvPr/>
              </p14:nvContentPartPr>
              <p14:xfrm>
                <a:off x="7526613" y="5592060"/>
                <a:ext cx="133560" cy="51120"/>
              </p14:xfrm>
            </p:contentPart>
          </mc:Choice>
          <mc:Fallback xmlns=""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438BFFCE-177A-57A7-48B6-D4559A086E2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520493" y="5585940"/>
                  <a:ext cx="1458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41CD7965-E567-1E0C-D9CD-F6B8553F35BE}"/>
                    </a:ext>
                  </a:extLst>
                </p14:cNvPr>
                <p14:cNvContentPartPr/>
                <p14:nvPr/>
              </p14:nvContentPartPr>
              <p14:xfrm>
                <a:off x="7490973" y="5532660"/>
                <a:ext cx="129240" cy="259200"/>
              </p14:xfrm>
            </p:contentPart>
          </mc:Choice>
          <mc:Fallback xmlns=""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41CD7965-E567-1E0C-D9CD-F6B8553F35B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484853" y="5526540"/>
                  <a:ext cx="1414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45D81DCF-26F9-09BD-B0DD-EEE4EFE5B136}"/>
                    </a:ext>
                  </a:extLst>
                </p14:cNvPr>
                <p14:cNvContentPartPr/>
                <p14:nvPr/>
              </p14:nvContentPartPr>
              <p14:xfrm>
                <a:off x="7573413" y="5697900"/>
                <a:ext cx="149760" cy="55080"/>
              </p14:xfrm>
            </p:contentPart>
          </mc:Choice>
          <mc:Fallback xmlns=""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45D81DCF-26F9-09BD-B0DD-EEE4EFE5B13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567293" y="5691780"/>
                  <a:ext cx="1620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73" name="墨迹 72">
                  <a:extLst>
                    <a:ext uri="{FF2B5EF4-FFF2-40B4-BE49-F238E27FC236}">
                      <a16:creationId xmlns:a16="http://schemas.microsoft.com/office/drawing/2014/main" id="{9EBF9AA4-E831-18F5-FAEC-FA4528130542}"/>
                    </a:ext>
                  </a:extLst>
                </p14:cNvPr>
                <p14:cNvContentPartPr/>
                <p14:nvPr/>
              </p14:nvContentPartPr>
              <p14:xfrm>
                <a:off x="7569093" y="5774220"/>
                <a:ext cx="25200" cy="14400"/>
              </p14:xfrm>
            </p:contentPart>
          </mc:Choice>
          <mc:Fallback xmlns="">
            <p:pic>
              <p:nvPicPr>
                <p:cNvPr id="73" name="墨迹 72">
                  <a:extLst>
                    <a:ext uri="{FF2B5EF4-FFF2-40B4-BE49-F238E27FC236}">
                      <a16:creationId xmlns:a16="http://schemas.microsoft.com/office/drawing/2014/main" id="{9EBF9AA4-E831-18F5-FAEC-FA452813054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562973" y="5768100"/>
                  <a:ext cx="374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4" name="墨迹 73">
                  <a:extLst>
                    <a:ext uri="{FF2B5EF4-FFF2-40B4-BE49-F238E27FC236}">
                      <a16:creationId xmlns:a16="http://schemas.microsoft.com/office/drawing/2014/main" id="{B498D10B-82B2-AFF6-F70E-2460AF58ED08}"/>
                    </a:ext>
                  </a:extLst>
                </p14:cNvPr>
                <p14:cNvContentPartPr/>
                <p14:nvPr/>
              </p14:nvContentPartPr>
              <p14:xfrm>
                <a:off x="7485933" y="5829300"/>
                <a:ext cx="37080" cy="80640"/>
              </p14:xfrm>
            </p:contentPart>
          </mc:Choice>
          <mc:Fallback xmlns="">
            <p:pic>
              <p:nvPicPr>
                <p:cNvPr id="74" name="墨迹 73">
                  <a:extLst>
                    <a:ext uri="{FF2B5EF4-FFF2-40B4-BE49-F238E27FC236}">
                      <a16:creationId xmlns:a16="http://schemas.microsoft.com/office/drawing/2014/main" id="{B498D10B-82B2-AFF6-F70E-2460AF58ED0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479813" y="5823180"/>
                  <a:ext cx="493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C3F3FE12-5D90-85B3-6F69-700CD9C205B5}"/>
                    </a:ext>
                  </a:extLst>
                </p14:cNvPr>
                <p14:cNvContentPartPr/>
                <p14:nvPr/>
              </p14:nvContentPartPr>
              <p14:xfrm>
                <a:off x="7530933" y="5880060"/>
                <a:ext cx="149040" cy="72000"/>
              </p14:xfrm>
            </p:contentPart>
          </mc:Choice>
          <mc:Fallback xmlns=""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C3F3FE12-5D90-85B3-6F69-700CD9C205B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524813" y="5873940"/>
                  <a:ext cx="1612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38365CA8-406B-B836-3ABF-06D71073E066}"/>
                    </a:ext>
                  </a:extLst>
                </p14:cNvPr>
                <p14:cNvContentPartPr/>
                <p14:nvPr/>
              </p14:nvContentPartPr>
              <p14:xfrm>
                <a:off x="7602933" y="5820660"/>
                <a:ext cx="24840" cy="36720"/>
              </p14:xfrm>
            </p:contentPart>
          </mc:Choice>
          <mc:Fallback xmlns=""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38365CA8-406B-B836-3ABF-06D71073E06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596813" y="5814540"/>
                  <a:ext cx="370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7" name="墨迹 76">
                  <a:extLst>
                    <a:ext uri="{FF2B5EF4-FFF2-40B4-BE49-F238E27FC236}">
                      <a16:creationId xmlns:a16="http://schemas.microsoft.com/office/drawing/2014/main" id="{3C2E12C1-AFEE-D4C0-A5D5-0883DD9E4B9B}"/>
                    </a:ext>
                  </a:extLst>
                </p14:cNvPr>
                <p14:cNvContentPartPr/>
                <p14:nvPr/>
              </p14:nvContentPartPr>
              <p14:xfrm>
                <a:off x="7679253" y="5858820"/>
                <a:ext cx="58680" cy="97920"/>
              </p14:xfrm>
            </p:contentPart>
          </mc:Choice>
          <mc:Fallback xmlns="">
            <p:pic>
              <p:nvPicPr>
                <p:cNvPr id="77" name="墨迹 76">
                  <a:extLst>
                    <a:ext uri="{FF2B5EF4-FFF2-40B4-BE49-F238E27FC236}">
                      <a16:creationId xmlns:a16="http://schemas.microsoft.com/office/drawing/2014/main" id="{3C2E12C1-AFEE-D4C0-A5D5-0883DD9E4B9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73133" y="5852700"/>
                  <a:ext cx="70920" cy="110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81057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9B65-45C4-C8A8-9243-1CAFD7BFB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A3054606-B33C-CFFF-8B63-47E8489EFD99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dirty="0" err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取指</a:t>
            </a:r>
            <a:endParaRPr sz="3300" b="1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6225C17-EA6A-41F9-8958-CC5E91653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4046" y="646407"/>
            <a:ext cx="5539304" cy="454709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00E7833-0446-9960-3105-DDD79712AC9E}"/>
              </a:ext>
            </a:extLst>
          </p:cNvPr>
          <p:cNvSpPr txBox="1"/>
          <p:nvPr/>
        </p:nvSpPr>
        <p:spPr>
          <a:xfrm>
            <a:off x="609600" y="1585912"/>
            <a:ext cx="5486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1.</a:t>
            </a:r>
            <a:r>
              <a:rPr lang="zh-CN" altLang="en-US" sz="2400" dirty="0"/>
              <a:t>以 </a:t>
            </a:r>
            <a:r>
              <a:rPr lang="en-US" altLang="zh-CN" sz="2400" dirty="0"/>
              <a:t>PC </a:t>
            </a:r>
            <a:r>
              <a:rPr lang="zh-CN" altLang="en-US" sz="2400" dirty="0"/>
              <a:t>为起始地址，读取</a:t>
            </a:r>
            <a:r>
              <a:rPr lang="en-US" altLang="zh-CN" sz="2400" dirty="0"/>
              <a:t> 10 </a:t>
            </a:r>
            <a:r>
              <a:rPr lang="zh-CN" altLang="en-US" sz="2400" dirty="0"/>
              <a:t>个字节</a:t>
            </a:r>
            <a:endParaRPr lang="en-US" altLang="zh-CN" sz="2400" dirty="0"/>
          </a:p>
          <a:p>
            <a:r>
              <a:rPr lang="en-US" altLang="zh-CN" sz="2400" dirty="0"/>
              <a:t>2.</a:t>
            </a:r>
            <a:r>
              <a:rPr lang="zh-CN" altLang="en-US" sz="2400" dirty="0"/>
              <a:t>对读取到的指令进行解析，得到的值向上传递</a:t>
            </a:r>
            <a:endParaRPr lang="en-US" altLang="zh-CN" sz="2400" dirty="0"/>
          </a:p>
          <a:p>
            <a:r>
              <a:rPr lang="en-US" altLang="zh-CN" sz="2400" dirty="0"/>
              <a:t>3.</a:t>
            </a:r>
            <a:r>
              <a:rPr lang="zh-CN" altLang="en-US" sz="2400" dirty="0"/>
              <a:t>设置信号 </a:t>
            </a:r>
            <a:r>
              <a:rPr lang="en-US" altLang="zh-CN" sz="2400" dirty="0" err="1"/>
              <a:t>imem_error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instr_valid</a:t>
            </a:r>
            <a:r>
              <a:rPr lang="en-US" altLang="zh-CN" sz="2400" dirty="0"/>
              <a:t> </a:t>
            </a:r>
            <a:r>
              <a:rPr lang="zh-CN" altLang="en-US" sz="2400" dirty="0"/>
              <a:t>等</a:t>
            </a:r>
            <a:endParaRPr lang="en-US" altLang="zh-CN" sz="2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5C1C98B-7CCB-F96F-D092-1F1581D4B741}"/>
              </a:ext>
            </a:extLst>
          </p:cNvPr>
          <p:cNvSpPr>
            <a:spLocks noGrp="1"/>
          </p:cNvSpPr>
          <p:nvPr/>
        </p:nvSpPr>
        <p:spPr>
          <a:xfrm>
            <a:off x="609600" y="4322856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75" b="0">
                <a:solidFill>
                  <a:srgbClr val="182537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182537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182537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182537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182537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182537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182537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182537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182537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182537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2175" b="0">
                <a:solidFill>
                  <a:srgbClr val="182537"/>
                </a:solidFill>
                <a:latin typeface="Consolas"/>
                <a:ea typeface="Consolas"/>
                <a:cs typeface="Consolas"/>
              </a:defRPr>
            </a:pPr>
            <a:r>
              <a:rPr lang="zh-CN" altLang="en-US" sz="2000" b="0" dirty="0">
                <a:solidFill>
                  <a:srgbClr val="182537"/>
                </a:solidFill>
                <a:latin typeface="Consolas"/>
                <a:ea typeface="Consolas"/>
                <a:cs typeface="Consolas"/>
              </a:rPr>
              <a:t>其中 </a:t>
            </a:r>
            <a:r>
              <a:rPr sz="2000" b="0" dirty="0" err="1">
                <a:solidFill>
                  <a:srgbClr val="182537"/>
                </a:solidFill>
                <a:latin typeface="Consolas"/>
                <a:ea typeface="Consolas"/>
                <a:cs typeface="Consolas"/>
              </a:rPr>
              <a:t>valP</a:t>
            </a:r>
            <a:r>
              <a:rPr sz="2000" b="0" dirty="0">
                <a:solidFill>
                  <a:srgbClr val="182537"/>
                </a:solidFill>
                <a:latin typeface="Consolas"/>
                <a:ea typeface="Consolas"/>
                <a:cs typeface="Consolas"/>
              </a:rPr>
              <a:t> = PC + 1 + </a:t>
            </a:r>
            <a:r>
              <a:rPr sz="2000" b="0" dirty="0" err="1">
                <a:solidFill>
                  <a:srgbClr val="182537"/>
                </a:solidFill>
                <a:latin typeface="Consolas"/>
                <a:ea typeface="Consolas"/>
                <a:cs typeface="Consolas"/>
              </a:rPr>
              <a:t>need_regids</a:t>
            </a:r>
            <a:r>
              <a:rPr sz="2000" b="0" dirty="0">
                <a:solidFill>
                  <a:srgbClr val="182537"/>
                </a:solidFill>
                <a:latin typeface="Consolas"/>
                <a:ea typeface="Consolas"/>
                <a:cs typeface="Consolas"/>
              </a:rPr>
              <a:t> + 8 * </a:t>
            </a:r>
            <a:r>
              <a:rPr sz="2000" b="0" dirty="0" err="1">
                <a:solidFill>
                  <a:srgbClr val="182537"/>
                </a:solidFill>
                <a:latin typeface="Consolas"/>
                <a:ea typeface="Consolas"/>
                <a:cs typeface="Consolas"/>
              </a:rPr>
              <a:t>need_valC</a:t>
            </a:r>
            <a:endParaRPr sz="2000" b="0" dirty="0">
              <a:solidFill>
                <a:srgbClr val="18253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9C12C9-63FD-C394-2242-0099C3E2E2FF}"/>
              </a:ext>
            </a:extLst>
          </p:cNvPr>
          <p:cNvSpPr>
            <a:spLocks noGrp="1"/>
          </p:cNvSpPr>
          <p:nvPr/>
        </p:nvSpPr>
        <p:spPr>
          <a:xfrm>
            <a:off x="666750" y="5524500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rPr>
              <a:t>例：mrmovq</a:t>
            </a:r>
            <a:r>
              <a:rPr sz="1950" b="0" dirty="0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rPr>
              <a:t> 8(%</a:t>
            </a:r>
            <a:r>
              <a:rPr sz="1950" b="0" dirty="0" err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rPr>
              <a:t>rbx</a:t>
            </a:r>
            <a:r>
              <a:rPr sz="1950" b="0" dirty="0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rPr>
              <a:t>), %</a:t>
            </a:r>
            <a:r>
              <a:rPr sz="1950" b="0" dirty="0" err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rPr>
              <a:t>rax</a:t>
            </a:r>
            <a:endParaRPr sz="1950" b="0" dirty="0">
              <a:solidFill>
                <a:srgbClr val="9B182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6B03D1E-A593-A956-48F0-24A55A5AC84F}"/>
              </a:ext>
            </a:extLst>
          </p:cNvPr>
          <p:cNvSpPr txBox="1"/>
          <p:nvPr/>
        </p:nvSpPr>
        <p:spPr>
          <a:xfrm>
            <a:off x="609600" y="5899793"/>
            <a:ext cx="60960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950" b="0" dirty="0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rPr>
              <a:t>长 </a:t>
            </a:r>
            <a:r>
              <a:rPr lang="en-US" altLang="zh-CN" sz="1950" b="0" dirty="0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rPr>
              <a:t>10 </a:t>
            </a:r>
            <a:r>
              <a:rPr lang="zh-CN" altLang="en-US" sz="1950" b="0" dirty="0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rPr>
              <a:t>字节，因此 </a:t>
            </a:r>
            <a:r>
              <a:rPr lang="en-US" altLang="zh-CN" sz="1950" b="0" dirty="0" err="1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rPr>
              <a:t>valP</a:t>
            </a:r>
            <a:r>
              <a:rPr lang="en-US" altLang="zh-CN" sz="1950" b="0" dirty="0">
                <a:solidFill>
                  <a:srgbClr val="9B1828"/>
                </a:solidFill>
                <a:latin typeface="Microsoft YaHei"/>
                <a:ea typeface="Microsoft YaHei"/>
                <a:cs typeface="Microsoft YaHei"/>
              </a:rPr>
              <a:t> = PC + 10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1561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CC91A-C0D5-7ADA-0C32-C21E5781A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86F07B6-4216-61BB-F57C-A20E89F440FB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dirty="0" err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取指</a:t>
            </a:r>
            <a:r>
              <a:rPr lang="zh-CN" altLang="en-US" sz="3300" b="1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en-US" altLang="zh-CN" sz="3300" b="1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HCL</a:t>
            </a:r>
            <a:endParaRPr sz="3300" b="1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326DE1D-2D9F-3C6C-551B-0BDB0075BE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4046" y="646407"/>
            <a:ext cx="5539304" cy="454709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EEF2243-0D4D-E3B9-7F90-629DA19D6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32" y="4429756"/>
            <a:ext cx="5396854" cy="13274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F94EEF6-DF2F-D6F6-E866-52732AA37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532" y="1375070"/>
            <a:ext cx="3486329" cy="25210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D046353E-6B10-075F-0014-FDA7E8A9C148}"/>
                  </a:ext>
                </a:extLst>
              </p14:cNvPr>
              <p14:cNvContentPartPr/>
              <p14:nvPr/>
            </p14:nvContentPartPr>
            <p14:xfrm>
              <a:off x="3429000" y="1967967"/>
              <a:ext cx="326160" cy="3060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D046353E-6B10-075F-0014-FDA7E8A9C14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22880" y="1961847"/>
                <a:ext cx="33840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A3D92C13-8133-8535-7E3B-E0DC48BAA8B6}"/>
                  </a:ext>
                </a:extLst>
              </p14:cNvPr>
              <p14:cNvContentPartPr/>
              <p14:nvPr/>
            </p14:nvContentPartPr>
            <p14:xfrm>
              <a:off x="3658440" y="1873020"/>
              <a:ext cx="121680" cy="246600"/>
            </p14:xfrm>
          </p:contentPart>
        </mc:Choice>
        <mc:Fallback xmlns=""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A3D92C13-8133-8535-7E3B-E0DC48BAA8B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52320" y="1866900"/>
                <a:ext cx="133920" cy="25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组合 37">
            <a:extLst>
              <a:ext uri="{FF2B5EF4-FFF2-40B4-BE49-F238E27FC236}">
                <a16:creationId xmlns:a16="http://schemas.microsoft.com/office/drawing/2014/main" id="{EBD44C73-BA5D-EDFA-F9C6-3591E86DBF7A}"/>
              </a:ext>
            </a:extLst>
          </p:cNvPr>
          <p:cNvGrpSpPr/>
          <p:nvPr/>
        </p:nvGrpSpPr>
        <p:grpSpPr>
          <a:xfrm>
            <a:off x="3878043" y="1923920"/>
            <a:ext cx="393480" cy="402840"/>
            <a:chOff x="3878043" y="1923920"/>
            <a:chExt cx="393480" cy="40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4B61A06B-C32B-0841-FCC4-39C1ECE1528C}"/>
                    </a:ext>
                  </a:extLst>
                </p14:cNvPr>
                <p14:cNvContentPartPr/>
                <p14:nvPr/>
              </p14:nvContentPartPr>
              <p14:xfrm>
                <a:off x="3878043" y="1949120"/>
                <a:ext cx="92160" cy="106920"/>
              </p14:xfrm>
            </p:contentPart>
          </mc:Choice>
          <mc:Fallback xmlns=""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4B61A06B-C32B-0841-FCC4-39C1ECE1528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71923" y="1943000"/>
                  <a:ext cx="1044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76659BFA-D336-7812-23D0-DDCE87F79978}"/>
                    </a:ext>
                  </a:extLst>
                </p14:cNvPr>
                <p14:cNvContentPartPr/>
                <p14:nvPr/>
              </p14:nvContentPartPr>
              <p14:xfrm>
                <a:off x="4029243" y="1930040"/>
                <a:ext cx="70920" cy="119160"/>
              </p14:xfrm>
            </p:contentPart>
          </mc:Choice>
          <mc:Fallback xmlns=""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76659BFA-D336-7812-23D0-DDCE87F7997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23123" y="1923920"/>
                  <a:ext cx="831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3F2DA2F9-1B8F-6304-C7AE-CFA440C0E9AE}"/>
                    </a:ext>
                  </a:extLst>
                </p14:cNvPr>
                <p14:cNvContentPartPr/>
                <p14:nvPr/>
              </p14:nvContentPartPr>
              <p14:xfrm>
                <a:off x="4191603" y="1935080"/>
                <a:ext cx="5760" cy="391680"/>
              </p14:xfrm>
            </p:contentPart>
          </mc:Choice>
          <mc:Fallback xmlns=""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3F2DA2F9-1B8F-6304-C7AE-CFA440C0E9A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85483" y="1928960"/>
                  <a:ext cx="1800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16539F3B-BA15-5957-18C1-6A5BB379191D}"/>
                    </a:ext>
                  </a:extLst>
                </p14:cNvPr>
                <p14:cNvContentPartPr/>
                <p14:nvPr/>
              </p14:nvContentPartPr>
              <p14:xfrm>
                <a:off x="4178283" y="1923920"/>
                <a:ext cx="93240" cy="106920"/>
              </p14:xfrm>
            </p:contentPart>
          </mc:Choice>
          <mc:Fallback xmlns=""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16539F3B-BA15-5957-18C1-6A5BB379191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72163" y="1917800"/>
                  <a:ext cx="10548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B5FDA165-F27C-B846-0B0A-BD11A9CDFFD4}"/>
              </a:ext>
            </a:extLst>
          </p:cNvPr>
          <p:cNvGrpSpPr/>
          <p:nvPr/>
        </p:nvGrpSpPr>
        <p:grpSpPr>
          <a:xfrm>
            <a:off x="4172893" y="3010953"/>
            <a:ext cx="1131480" cy="527400"/>
            <a:chOff x="4172893" y="3010953"/>
            <a:chExt cx="1131480" cy="52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D64ECA35-9211-7CFF-ED6E-4515AC3BF6BD}"/>
                    </a:ext>
                  </a:extLst>
                </p14:cNvPr>
                <p14:cNvContentPartPr/>
                <p14:nvPr/>
              </p14:nvContentPartPr>
              <p14:xfrm>
                <a:off x="4172893" y="3085473"/>
                <a:ext cx="318600" cy="291240"/>
              </p14:xfrm>
            </p:contentPart>
          </mc:Choice>
          <mc:Fallback xmlns=""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D64ECA35-9211-7CFF-ED6E-4515AC3BF6B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66773" y="3079353"/>
                  <a:ext cx="3308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8F233DB3-565E-55FC-B5A1-33B2F75B6D5E}"/>
                    </a:ext>
                  </a:extLst>
                </p14:cNvPr>
                <p14:cNvContentPartPr/>
                <p14:nvPr/>
              </p14:nvContentPartPr>
              <p14:xfrm>
                <a:off x="4604173" y="3010953"/>
                <a:ext cx="226440" cy="527400"/>
              </p14:xfrm>
            </p:contentPart>
          </mc:Choice>
          <mc:Fallback xmlns=""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8F233DB3-565E-55FC-B5A1-33B2F75B6D5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98053" y="3004833"/>
                  <a:ext cx="238680" cy="5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C134C3AB-2A71-FADB-F700-50C8D913F0D2}"/>
                    </a:ext>
                  </a:extLst>
                </p14:cNvPr>
                <p14:cNvContentPartPr/>
                <p14:nvPr/>
              </p14:nvContentPartPr>
              <p14:xfrm>
                <a:off x="4554853" y="3234153"/>
                <a:ext cx="204480" cy="35280"/>
              </p14:xfrm>
            </p:contentPart>
          </mc:Choice>
          <mc:Fallback xmlns=""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C134C3AB-2A71-FADB-F700-50C8D913F0D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48733" y="3228033"/>
                  <a:ext cx="2167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165E1922-24F8-9A99-769A-0F2E709C68BA}"/>
                    </a:ext>
                  </a:extLst>
                </p14:cNvPr>
                <p14:cNvContentPartPr/>
                <p14:nvPr/>
              </p14:nvContentPartPr>
              <p14:xfrm>
                <a:off x="4726573" y="3228393"/>
                <a:ext cx="95760" cy="81360"/>
              </p14:xfrm>
            </p:contentPart>
          </mc:Choice>
          <mc:Fallback xmlns=""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165E1922-24F8-9A99-769A-0F2E709C68B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20453" y="3222273"/>
                  <a:ext cx="1080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BEB6C5D4-1F19-60DD-F229-98B946E5B0A0}"/>
                    </a:ext>
                  </a:extLst>
                </p14:cNvPr>
                <p14:cNvContentPartPr/>
                <p14:nvPr/>
              </p14:nvContentPartPr>
              <p14:xfrm>
                <a:off x="4866973" y="3208593"/>
                <a:ext cx="147240" cy="79560"/>
              </p14:xfrm>
            </p:contentPart>
          </mc:Choice>
          <mc:Fallback xmlns=""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BEB6C5D4-1F19-60DD-F229-98B946E5B0A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60853" y="3202473"/>
                  <a:ext cx="1594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8A1D28B7-CB57-4087-E470-EDE10EC4847D}"/>
                    </a:ext>
                  </a:extLst>
                </p14:cNvPr>
                <p14:cNvContentPartPr/>
                <p14:nvPr/>
              </p14:nvContentPartPr>
              <p14:xfrm>
                <a:off x="5107093" y="3043713"/>
                <a:ext cx="51120" cy="348840"/>
              </p14:xfrm>
            </p:contentPart>
          </mc:Choice>
          <mc:Fallback xmlns=""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8A1D28B7-CB57-4087-E470-EDE10EC4847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00973" y="3037593"/>
                  <a:ext cx="6336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351434F2-6D08-315F-44EC-C759E0989463}"/>
                    </a:ext>
                  </a:extLst>
                </p14:cNvPr>
                <p14:cNvContentPartPr/>
                <p14:nvPr/>
              </p14:nvContentPartPr>
              <p14:xfrm>
                <a:off x="5232013" y="3200313"/>
                <a:ext cx="26280" cy="184680"/>
              </p14:xfrm>
            </p:contentPart>
          </mc:Choice>
          <mc:Fallback xmlns=""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351434F2-6D08-315F-44EC-C759E098946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25893" y="3194193"/>
                  <a:ext cx="385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934DF0B5-6517-E13F-096D-AB99E3118162}"/>
                    </a:ext>
                  </a:extLst>
                </p14:cNvPr>
                <p14:cNvContentPartPr/>
                <p14:nvPr/>
              </p14:nvContentPartPr>
              <p14:xfrm>
                <a:off x="5147413" y="3242433"/>
                <a:ext cx="156960" cy="43920"/>
              </p14:xfrm>
            </p:contentPart>
          </mc:Choice>
          <mc:Fallback xmlns=""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934DF0B5-6517-E13F-096D-AB99E311816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41293" y="3236313"/>
                  <a:ext cx="16920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6815C7D2-DB8C-20DC-3A47-464B5F99FC42}"/>
              </a:ext>
            </a:extLst>
          </p:cNvPr>
          <p:cNvGrpSpPr/>
          <p:nvPr/>
        </p:nvGrpSpPr>
        <p:grpSpPr>
          <a:xfrm>
            <a:off x="3572773" y="3128313"/>
            <a:ext cx="508680" cy="248760"/>
            <a:chOff x="3572773" y="3128313"/>
            <a:chExt cx="50868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E68ECB3B-D7C1-B984-1FE8-09E8D75491B6}"/>
                    </a:ext>
                  </a:extLst>
                </p14:cNvPr>
                <p14:cNvContentPartPr/>
                <p14:nvPr/>
              </p14:nvContentPartPr>
              <p14:xfrm>
                <a:off x="3572773" y="3234153"/>
                <a:ext cx="139680" cy="8640"/>
              </p14:xfrm>
            </p:contentPart>
          </mc:Choice>
          <mc:Fallback xmlns=""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E68ECB3B-D7C1-B984-1FE8-09E8D75491B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66653" y="3228033"/>
                  <a:ext cx="1519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B60A380F-3EEF-D31B-DE8F-0DB4C52A33C9}"/>
                    </a:ext>
                  </a:extLst>
                </p14:cNvPr>
                <p14:cNvContentPartPr/>
                <p14:nvPr/>
              </p14:nvContentPartPr>
              <p14:xfrm>
                <a:off x="3669973" y="3153513"/>
                <a:ext cx="64080" cy="115200"/>
              </p14:xfrm>
            </p:contentPart>
          </mc:Choice>
          <mc:Fallback xmlns=""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B60A380F-3EEF-D31B-DE8F-0DB4C52A33C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63853" y="3147393"/>
                  <a:ext cx="763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3A938B45-527A-6E41-CD2D-782EB8877760}"/>
                    </a:ext>
                  </a:extLst>
                </p14:cNvPr>
                <p14:cNvContentPartPr/>
                <p14:nvPr/>
              </p14:nvContentPartPr>
              <p14:xfrm>
                <a:off x="3812533" y="3136593"/>
                <a:ext cx="63720" cy="221040"/>
              </p14:xfrm>
            </p:contentPart>
          </mc:Choice>
          <mc:Fallback xmlns=""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3A938B45-527A-6E41-CD2D-782EB887776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06413" y="3130473"/>
                  <a:ext cx="759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E61A7FCD-7D7B-22EC-DCB7-FC5636745200}"/>
                    </a:ext>
                  </a:extLst>
                </p14:cNvPr>
                <p14:cNvContentPartPr/>
                <p14:nvPr/>
              </p14:nvContentPartPr>
              <p14:xfrm>
                <a:off x="3902533" y="3219753"/>
                <a:ext cx="65160" cy="86760"/>
              </p14:xfrm>
            </p:contentPart>
          </mc:Choice>
          <mc:Fallback xmlns=""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E61A7FCD-7D7B-22EC-DCB7-FC563674520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96413" y="3213633"/>
                  <a:ext cx="774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3C910575-519F-1F04-D6FA-291ED9556863}"/>
                    </a:ext>
                  </a:extLst>
                </p14:cNvPr>
                <p14:cNvContentPartPr/>
                <p14:nvPr/>
              </p14:nvContentPartPr>
              <p14:xfrm>
                <a:off x="4022053" y="3128313"/>
                <a:ext cx="59400" cy="248760"/>
              </p14:xfrm>
            </p:contentPart>
          </mc:Choice>
          <mc:Fallback xmlns=""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3C910575-519F-1F04-D6FA-291ED955686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15933" y="3122193"/>
                  <a:ext cx="71640" cy="26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78DD744A-7ACD-BBF8-3440-74EE5AE9953D}"/>
              </a:ext>
            </a:extLst>
          </p:cNvPr>
          <p:cNvGrpSpPr/>
          <p:nvPr/>
        </p:nvGrpSpPr>
        <p:grpSpPr>
          <a:xfrm>
            <a:off x="5505145" y="2961920"/>
            <a:ext cx="695520" cy="398520"/>
            <a:chOff x="5505145" y="2961920"/>
            <a:chExt cx="695520" cy="39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CA5DE95F-5D1E-821C-666E-20DE815DB0CA}"/>
                    </a:ext>
                  </a:extLst>
                </p14:cNvPr>
                <p14:cNvContentPartPr/>
                <p14:nvPr/>
              </p14:nvContentPartPr>
              <p14:xfrm>
                <a:off x="5505145" y="3173240"/>
                <a:ext cx="86400" cy="187200"/>
              </p14:xfrm>
            </p:contentPart>
          </mc:Choice>
          <mc:Fallback xmlns=""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CA5DE95F-5D1E-821C-666E-20DE815DB0C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99025" y="3167120"/>
                  <a:ext cx="986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8" name="墨迹 77">
                  <a:extLst>
                    <a:ext uri="{FF2B5EF4-FFF2-40B4-BE49-F238E27FC236}">
                      <a16:creationId xmlns:a16="http://schemas.microsoft.com/office/drawing/2014/main" id="{7B0A829A-2CBA-2C58-1F5E-697E0DDA6CC7}"/>
                    </a:ext>
                  </a:extLst>
                </p14:cNvPr>
                <p14:cNvContentPartPr/>
                <p14:nvPr/>
              </p14:nvContentPartPr>
              <p14:xfrm>
                <a:off x="5669665" y="3210320"/>
                <a:ext cx="96840" cy="147240"/>
              </p14:xfrm>
            </p:contentPart>
          </mc:Choice>
          <mc:Fallback xmlns="">
            <p:pic>
              <p:nvPicPr>
                <p:cNvPr id="78" name="墨迹 77">
                  <a:extLst>
                    <a:ext uri="{FF2B5EF4-FFF2-40B4-BE49-F238E27FC236}">
                      <a16:creationId xmlns:a16="http://schemas.microsoft.com/office/drawing/2014/main" id="{7B0A829A-2CBA-2C58-1F5E-697E0DDA6CC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663545" y="3204200"/>
                  <a:ext cx="1090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9" name="墨迹 78">
                  <a:extLst>
                    <a:ext uri="{FF2B5EF4-FFF2-40B4-BE49-F238E27FC236}">
                      <a16:creationId xmlns:a16="http://schemas.microsoft.com/office/drawing/2014/main" id="{F5BB2F29-B990-1A99-83A2-BD81A2F08045}"/>
                    </a:ext>
                  </a:extLst>
                </p14:cNvPr>
                <p14:cNvContentPartPr/>
                <p14:nvPr/>
              </p14:nvContentPartPr>
              <p14:xfrm>
                <a:off x="5802145" y="2961920"/>
                <a:ext cx="48240" cy="395640"/>
              </p14:xfrm>
            </p:contentPart>
          </mc:Choice>
          <mc:Fallback xmlns="">
            <p:pic>
              <p:nvPicPr>
                <p:cNvPr id="79" name="墨迹 78">
                  <a:extLst>
                    <a:ext uri="{FF2B5EF4-FFF2-40B4-BE49-F238E27FC236}">
                      <a16:creationId xmlns:a16="http://schemas.microsoft.com/office/drawing/2014/main" id="{F5BB2F29-B990-1A99-83A2-BD81A2F0804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796025" y="2955800"/>
                  <a:ext cx="6048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80" name="墨迹 79">
                  <a:extLst>
                    <a:ext uri="{FF2B5EF4-FFF2-40B4-BE49-F238E27FC236}">
                      <a16:creationId xmlns:a16="http://schemas.microsoft.com/office/drawing/2014/main" id="{1ABC9C3C-199D-CA9C-070A-D88292F403D3}"/>
                    </a:ext>
                  </a:extLst>
                </p14:cNvPr>
                <p14:cNvContentPartPr/>
                <p14:nvPr/>
              </p14:nvContentPartPr>
              <p14:xfrm>
                <a:off x="5893585" y="3209600"/>
                <a:ext cx="132120" cy="123480"/>
              </p14:xfrm>
            </p:contentPart>
          </mc:Choice>
          <mc:Fallback xmlns="">
            <p:pic>
              <p:nvPicPr>
                <p:cNvPr id="80" name="墨迹 79">
                  <a:extLst>
                    <a:ext uri="{FF2B5EF4-FFF2-40B4-BE49-F238E27FC236}">
                      <a16:creationId xmlns:a16="http://schemas.microsoft.com/office/drawing/2014/main" id="{1ABC9C3C-199D-CA9C-070A-D88292F403D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87465" y="3203480"/>
                  <a:ext cx="1443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81" name="墨迹 80">
                  <a:extLst>
                    <a:ext uri="{FF2B5EF4-FFF2-40B4-BE49-F238E27FC236}">
                      <a16:creationId xmlns:a16="http://schemas.microsoft.com/office/drawing/2014/main" id="{A7815BE2-B86B-AC7B-DFA1-C0CF663E9329}"/>
                    </a:ext>
                  </a:extLst>
                </p14:cNvPr>
                <p14:cNvContentPartPr/>
                <p14:nvPr/>
              </p14:nvContentPartPr>
              <p14:xfrm>
                <a:off x="6063145" y="3196280"/>
                <a:ext cx="137520" cy="155160"/>
              </p14:xfrm>
            </p:contentPart>
          </mc:Choice>
          <mc:Fallback xmlns="">
            <p:pic>
              <p:nvPicPr>
                <p:cNvPr id="81" name="墨迹 80">
                  <a:extLst>
                    <a:ext uri="{FF2B5EF4-FFF2-40B4-BE49-F238E27FC236}">
                      <a16:creationId xmlns:a16="http://schemas.microsoft.com/office/drawing/2014/main" id="{A7815BE2-B86B-AC7B-DFA1-C0CF663E932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57025" y="3190160"/>
                  <a:ext cx="149760" cy="167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18992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94144-A63E-E7C8-6007-C620E1C36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0C9E93A-4EC9-0722-C1D9-11305230EF7F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译码</a:t>
            </a:r>
            <a:endParaRPr sz="3300" b="1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373761-1550-3776-0BED-0B6904D6BA42}"/>
              </a:ext>
            </a:extLst>
          </p:cNvPr>
          <p:cNvSpPr txBox="1"/>
          <p:nvPr/>
        </p:nvSpPr>
        <p:spPr>
          <a:xfrm>
            <a:off x="609600" y="1585912"/>
            <a:ext cx="5486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1.</a:t>
            </a:r>
            <a:r>
              <a:rPr lang="zh-CN" altLang="en-US" sz="2400" dirty="0"/>
              <a:t>根据不同指令的需要，确定 </a:t>
            </a:r>
            <a:r>
              <a:rPr lang="en-US" altLang="zh-CN" sz="2400" dirty="0" err="1"/>
              <a:t>srcA</a:t>
            </a:r>
            <a:r>
              <a:rPr lang="en-US" altLang="zh-CN" sz="2400" dirty="0"/>
              <a:t>/B</a:t>
            </a:r>
          </a:p>
          <a:p>
            <a:r>
              <a:rPr lang="en-US" altLang="zh-CN" sz="2400" dirty="0"/>
              <a:t>2.</a:t>
            </a:r>
            <a:r>
              <a:rPr lang="zh-CN" altLang="en-US" sz="2400" dirty="0"/>
              <a:t>然后通过</a:t>
            </a:r>
            <a:r>
              <a:rPr lang="zh-CN" altLang="en-US" sz="2400" dirty="0">
                <a:solidFill>
                  <a:srgbClr val="FF0000"/>
                </a:solidFill>
              </a:rPr>
              <a:t>组合逻辑</a:t>
            </a:r>
            <a:r>
              <a:rPr lang="zh-CN" altLang="en-US" sz="2400" dirty="0"/>
              <a:t>读取 </a:t>
            </a:r>
            <a:r>
              <a:rPr lang="en-US" altLang="zh-CN" sz="2400" dirty="0" err="1"/>
              <a:t>valA</a:t>
            </a:r>
            <a:r>
              <a:rPr lang="en-US" altLang="zh-CN" sz="2400" dirty="0"/>
              <a:t>/B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982161C-E0C2-2D72-9DA6-44041EBFE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532" y="876300"/>
            <a:ext cx="4833582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221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B177B-DADF-F97C-1227-964496644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24C1469-8215-8C67-7D04-DC3FDF7F0857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译码：</a:t>
            </a:r>
            <a:r>
              <a:rPr lang="en-US" altLang="zh-CN" dirty="0"/>
              <a:t>HCL</a:t>
            </a:r>
            <a:endParaRPr sz="3300" b="1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4DFD39F-032B-23D5-AC80-D35B888DB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532" y="876300"/>
            <a:ext cx="4833582" cy="417195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3E79832-260E-BFAC-2499-F300DBD25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241927"/>
            <a:ext cx="6011420" cy="107234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6E8AD89-2078-D554-631F-A83FD43EDB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08102"/>
            <a:ext cx="4451532" cy="374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318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41FA8-88F9-01F4-24E5-1C16DF35A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2CECCE55-E6D6-6CFE-0833-6892792E413A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300" b="1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执行</a:t>
            </a:r>
            <a:endParaRPr sz="3300" b="1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DEB790F-1FB3-1691-765F-FF407F909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948" y="707230"/>
            <a:ext cx="4730046" cy="352349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D17ACCC-0D99-4284-DBC4-67863830AA49}"/>
              </a:ext>
            </a:extLst>
          </p:cNvPr>
          <p:cNvSpPr txBox="1"/>
          <p:nvPr/>
        </p:nvSpPr>
        <p:spPr>
          <a:xfrm>
            <a:off x="609600" y="1585912"/>
            <a:ext cx="5486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1.</a:t>
            </a:r>
            <a:r>
              <a:rPr lang="zh-CN" altLang="en-US" sz="2400" dirty="0"/>
              <a:t>根据两个操作数和功能码，进行相应计算</a:t>
            </a:r>
            <a:endParaRPr lang="en-US" altLang="zh-CN" sz="2400" dirty="0"/>
          </a:p>
          <a:p>
            <a:r>
              <a:rPr lang="en-US" altLang="zh-CN" sz="2400" dirty="0"/>
              <a:t>2.</a:t>
            </a:r>
            <a:r>
              <a:rPr lang="zh-CN" altLang="en-US" sz="2400" dirty="0"/>
              <a:t>如果有需要，更新条件码 </a:t>
            </a:r>
            <a:r>
              <a:rPr lang="en-US" altLang="zh-CN" sz="2400" dirty="0"/>
              <a:t>CC</a:t>
            </a:r>
            <a:r>
              <a:rPr lang="zh-CN" altLang="en-US" sz="2400" dirty="0"/>
              <a:t>（这是一个写操作，在时钟上升沿才会完成）</a:t>
            </a:r>
            <a:endParaRPr lang="en-US" altLang="zh-CN" sz="2400" dirty="0"/>
          </a:p>
          <a:p>
            <a:r>
              <a:rPr lang="en-US" altLang="zh-CN" sz="2400" dirty="0"/>
              <a:t>3.</a:t>
            </a:r>
            <a:r>
              <a:rPr lang="zh-CN" altLang="en-US" sz="2400" dirty="0"/>
              <a:t>通过组合逻辑，根据 </a:t>
            </a:r>
            <a:r>
              <a:rPr lang="en-US" altLang="zh-CN" sz="2400" dirty="0"/>
              <a:t>CC </a:t>
            </a:r>
            <a:r>
              <a:rPr lang="zh-CN" altLang="en-US" sz="2400" dirty="0"/>
              <a:t>和 </a:t>
            </a:r>
            <a:r>
              <a:rPr lang="en-US" altLang="zh-CN" sz="2400" dirty="0" err="1"/>
              <a:t>ifun</a:t>
            </a:r>
            <a:r>
              <a:rPr lang="en-US" altLang="zh-CN" sz="2400" dirty="0"/>
              <a:t> </a:t>
            </a:r>
            <a:r>
              <a:rPr lang="zh-CN" altLang="en-US" sz="2400" dirty="0"/>
              <a:t>计算跳转所需的 </a:t>
            </a:r>
            <a:r>
              <a:rPr lang="en-US" altLang="zh-CN" sz="2400" dirty="0" err="1"/>
              <a:t>Cnd</a:t>
            </a:r>
            <a:r>
              <a:rPr lang="en-US" altLang="zh-CN" sz="2400" dirty="0"/>
              <a:t> </a:t>
            </a:r>
            <a:r>
              <a:rPr lang="zh-CN" altLang="en-US" sz="2400" dirty="0"/>
              <a:t>标志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561574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92D66-5100-4171-EA2A-CD39AB8F0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DB48B44-B9D7-DE5E-4B67-3ABA277BBF4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300" b="1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执行：</a:t>
            </a:r>
            <a:r>
              <a:rPr lang="en-US" altLang="zh-CN" sz="3300" b="1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HCL</a:t>
            </a:r>
            <a:endParaRPr sz="3300" b="1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A04BB31-6295-869E-9DC3-C26411ED5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948" y="707230"/>
            <a:ext cx="4730046" cy="352349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550FD3B-3C6E-669D-C037-295421833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244" y="3518838"/>
            <a:ext cx="3326607" cy="102226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928AF11-9E62-B7CF-E2C1-B1DB9C5B63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244" y="1463647"/>
            <a:ext cx="6040348" cy="157574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1F828EA-C07F-9B9A-4770-B0E23C3BF452}"/>
              </a:ext>
            </a:extLst>
          </p:cNvPr>
          <p:cNvSpPr txBox="1"/>
          <p:nvPr/>
        </p:nvSpPr>
        <p:spPr>
          <a:xfrm>
            <a:off x="609599" y="5020554"/>
            <a:ext cx="68627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除去特定的 </a:t>
            </a:r>
            <a:r>
              <a:rPr lang="en-US" altLang="zh-CN" dirty="0" err="1"/>
              <a:t>OPq</a:t>
            </a:r>
            <a:r>
              <a:rPr lang="en-US" altLang="zh-CN" dirty="0"/>
              <a:t> </a:t>
            </a:r>
            <a:r>
              <a:rPr lang="zh-CN" altLang="en-US" dirty="0"/>
              <a:t>指令，其他所有需要用到 </a:t>
            </a:r>
            <a:r>
              <a:rPr lang="en-US" altLang="zh-CN" dirty="0"/>
              <a:t>ALU </a:t>
            </a:r>
            <a:r>
              <a:rPr lang="zh-CN" altLang="en-US" dirty="0"/>
              <a:t>的指令在这里的运算都统一映射到加法。例如：</a:t>
            </a:r>
            <a:endParaRPr lang="en-US" altLang="zh-CN" dirty="0"/>
          </a:p>
          <a:p>
            <a:r>
              <a:rPr lang="zh-CN" altLang="en-US" dirty="0"/>
              <a:t>数据传输映射成和 </a:t>
            </a:r>
            <a:r>
              <a:rPr lang="en-US" altLang="zh-CN" dirty="0"/>
              <a:t>0 </a:t>
            </a:r>
            <a:r>
              <a:rPr lang="zh-CN" altLang="en-US" dirty="0"/>
              <a:t>相加</a:t>
            </a:r>
            <a:endParaRPr lang="en-US" altLang="zh-CN" dirty="0"/>
          </a:p>
          <a:p>
            <a:r>
              <a:rPr lang="zh-CN" altLang="en-US" dirty="0"/>
              <a:t>栈指针移动映射成 </a:t>
            </a:r>
            <a:r>
              <a:rPr lang="en-US" altLang="zh-CN" dirty="0"/>
              <a:t>+(8/-8)</a:t>
            </a:r>
          </a:p>
        </p:txBody>
      </p:sp>
    </p:spTree>
    <p:extLst>
      <p:ext uri="{BB962C8B-B14F-4D97-AF65-F5344CB8AC3E}">
        <p14:creationId xmlns:p14="http://schemas.microsoft.com/office/powerpoint/2010/main" val="4025853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48672-7BCA-DF7A-D31E-806D3B4CB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985A74A-F65A-2320-BD5F-110A077E610A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访存</a:t>
            </a:r>
            <a:endParaRPr sz="3300" b="1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3CD0AD-8332-4328-9615-DE40801FBF14}"/>
              </a:ext>
            </a:extLst>
          </p:cNvPr>
          <p:cNvSpPr txBox="1"/>
          <p:nvPr/>
        </p:nvSpPr>
        <p:spPr>
          <a:xfrm>
            <a:off x="609600" y="1585912"/>
            <a:ext cx="5486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1.</a:t>
            </a:r>
            <a:r>
              <a:rPr lang="zh-CN" altLang="en-US" sz="2400" dirty="0"/>
              <a:t>设定内存地址</a:t>
            </a:r>
            <a:r>
              <a:rPr lang="en-US" altLang="zh-CN" sz="2400" dirty="0"/>
              <a:t>+</a:t>
            </a:r>
            <a:r>
              <a:rPr lang="zh-CN" altLang="en-US" sz="2400" dirty="0"/>
              <a:t>数值，以及读</a:t>
            </a:r>
            <a:r>
              <a:rPr lang="en-US" altLang="zh-CN" sz="2400" dirty="0"/>
              <a:t>/</a:t>
            </a:r>
            <a:r>
              <a:rPr lang="zh-CN" altLang="en-US" sz="2400" dirty="0"/>
              <a:t>写标志，接着内存进行相关读</a:t>
            </a:r>
            <a:r>
              <a:rPr lang="en-US" altLang="zh-CN" sz="2400" dirty="0"/>
              <a:t>/</a:t>
            </a:r>
            <a:r>
              <a:rPr lang="zh-CN" altLang="en-US" sz="2400" dirty="0"/>
              <a:t>写操作。如果是读内存，读取的值用 </a:t>
            </a:r>
            <a:r>
              <a:rPr lang="en-US" altLang="zh-CN" sz="2400" dirty="0" err="1"/>
              <a:t>valM</a:t>
            </a:r>
            <a:r>
              <a:rPr lang="en-US" altLang="zh-CN" sz="2400" dirty="0"/>
              <a:t> </a:t>
            </a:r>
            <a:r>
              <a:rPr lang="zh-CN" altLang="en-US" sz="2400" dirty="0"/>
              <a:t>表示</a:t>
            </a:r>
            <a:endParaRPr lang="en-US" altLang="zh-CN" sz="2400" dirty="0"/>
          </a:p>
          <a:p>
            <a:r>
              <a:rPr lang="en-US" altLang="zh-CN" sz="2400" dirty="0"/>
              <a:t>2.</a:t>
            </a:r>
            <a:r>
              <a:rPr lang="zh-CN" altLang="en-US" sz="2400" dirty="0"/>
              <a:t>更新 </a:t>
            </a:r>
            <a:r>
              <a:rPr lang="en-US" altLang="zh-CN" sz="2400" dirty="0"/>
              <a:t>Stat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49421E-79CA-F38B-A588-46367B9E9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989" y="521392"/>
            <a:ext cx="4064209" cy="394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13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C8A23-B599-EB64-CC48-4C1767CA0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EA87D30-2915-FFC8-2C3B-9A88E3D20C96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访存：</a:t>
            </a:r>
            <a:r>
              <a:rPr lang="en-US" altLang="zh-CN" dirty="0"/>
              <a:t>HCL</a:t>
            </a:r>
            <a:endParaRPr sz="3300" b="1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A56B1F-305A-0F7E-DCC5-B334CF94D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989" y="521392"/>
            <a:ext cx="4064209" cy="394355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154BEAC-3329-7C73-89F8-822539167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099" y="1540619"/>
            <a:ext cx="5372376" cy="1905098"/>
          </a:xfrm>
          <a:prstGeom prst="rect">
            <a:avLst/>
          </a:prstGeom>
        </p:spPr>
      </p:pic>
      <p:grpSp>
        <p:nvGrpSpPr>
          <p:cNvPr id="40" name="组合 39">
            <a:extLst>
              <a:ext uri="{FF2B5EF4-FFF2-40B4-BE49-F238E27FC236}">
                <a16:creationId xmlns:a16="http://schemas.microsoft.com/office/drawing/2014/main" id="{E0619E3D-8391-98CF-2D20-E3765615259E}"/>
              </a:ext>
            </a:extLst>
          </p:cNvPr>
          <p:cNvGrpSpPr/>
          <p:nvPr/>
        </p:nvGrpSpPr>
        <p:grpSpPr>
          <a:xfrm>
            <a:off x="6873715" y="2444605"/>
            <a:ext cx="438480" cy="421920"/>
            <a:chOff x="6873715" y="2444605"/>
            <a:chExt cx="438480" cy="42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CC27B325-8DEF-3685-5BAD-3B5B027C596D}"/>
                    </a:ext>
                  </a:extLst>
                </p14:cNvPr>
                <p14:cNvContentPartPr/>
                <p14:nvPr/>
              </p14:nvContentPartPr>
              <p14:xfrm>
                <a:off x="6966955" y="2495365"/>
                <a:ext cx="72720" cy="108720"/>
              </p14:xfrm>
            </p:contentPart>
          </mc:Choice>
          <mc:Fallback xmlns=""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CC27B325-8DEF-3685-5BAD-3B5B027C596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960835" y="2489245"/>
                  <a:ext cx="849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F78853B7-C5D7-389C-3D0A-8D1489A3AE16}"/>
                    </a:ext>
                  </a:extLst>
                </p14:cNvPr>
                <p14:cNvContentPartPr/>
                <p14:nvPr/>
              </p14:nvContentPartPr>
              <p14:xfrm>
                <a:off x="6873715" y="2658805"/>
                <a:ext cx="155880" cy="33840"/>
              </p14:xfrm>
            </p:contentPart>
          </mc:Choice>
          <mc:Fallback xmlns=""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F78853B7-C5D7-389C-3D0A-8D1489A3AE1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867595" y="2652685"/>
                  <a:ext cx="1681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9B473D50-FD17-E534-180D-CBD69252E874}"/>
                    </a:ext>
                  </a:extLst>
                </p14:cNvPr>
                <p14:cNvContentPartPr/>
                <p14:nvPr/>
              </p14:nvContentPartPr>
              <p14:xfrm>
                <a:off x="6962635" y="2641525"/>
                <a:ext cx="19080" cy="124200"/>
              </p14:xfrm>
            </p:contentPart>
          </mc:Choice>
          <mc:Fallback xmlns=""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9B473D50-FD17-E534-180D-CBD69252E87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56515" y="2635405"/>
                  <a:ext cx="313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8D7B0811-BFE9-111D-FD28-2950C654E0C2}"/>
                    </a:ext>
                  </a:extLst>
                </p14:cNvPr>
                <p14:cNvContentPartPr/>
                <p14:nvPr/>
              </p14:nvContentPartPr>
              <p14:xfrm>
                <a:off x="7045075" y="2647645"/>
                <a:ext cx="19080" cy="185400"/>
              </p14:xfrm>
            </p:contentPart>
          </mc:Choice>
          <mc:Fallback xmlns=""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8D7B0811-BFE9-111D-FD28-2950C654E0C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038955" y="2641525"/>
                  <a:ext cx="313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32707F4E-4EAB-BD64-8041-37D535D2FBA5}"/>
                    </a:ext>
                  </a:extLst>
                </p14:cNvPr>
                <p14:cNvContentPartPr/>
                <p14:nvPr/>
              </p14:nvContentPartPr>
              <p14:xfrm>
                <a:off x="7202755" y="2444605"/>
                <a:ext cx="1440" cy="104040"/>
              </p14:xfrm>
            </p:contentPart>
          </mc:Choice>
          <mc:Fallback xmlns=""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32707F4E-4EAB-BD64-8041-37D535D2FBA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196635" y="2438485"/>
                  <a:ext cx="136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43D2C5D5-9E4F-F0F8-19E7-5DB9A854A09D}"/>
                    </a:ext>
                  </a:extLst>
                </p14:cNvPr>
                <p14:cNvContentPartPr/>
                <p14:nvPr/>
              </p14:nvContentPartPr>
              <p14:xfrm>
                <a:off x="7156315" y="2520925"/>
                <a:ext cx="72360" cy="35640"/>
              </p14:xfrm>
            </p:contentPart>
          </mc:Choice>
          <mc:Fallback xmlns=""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43D2C5D5-9E4F-F0F8-19E7-5DB9A854A09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150195" y="2514805"/>
                  <a:ext cx="846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F63AC8D7-3109-6691-BB13-73B170BA35C0}"/>
                    </a:ext>
                  </a:extLst>
                </p14:cNvPr>
                <p14:cNvContentPartPr/>
                <p14:nvPr/>
              </p14:nvContentPartPr>
              <p14:xfrm>
                <a:off x="7123915" y="2574565"/>
                <a:ext cx="159840" cy="110520"/>
              </p14:xfrm>
            </p:contentPart>
          </mc:Choice>
          <mc:Fallback xmlns=""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F63AC8D7-3109-6691-BB13-73B170BA35C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117795" y="2568445"/>
                  <a:ext cx="1720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8AE9C801-E55B-2F90-0F08-39857282B21D}"/>
                    </a:ext>
                  </a:extLst>
                </p14:cNvPr>
                <p14:cNvContentPartPr/>
                <p14:nvPr/>
              </p14:nvContentPartPr>
              <p14:xfrm>
                <a:off x="7175035" y="2608045"/>
                <a:ext cx="52560" cy="52560"/>
              </p14:xfrm>
            </p:contentPart>
          </mc:Choice>
          <mc:Fallback xmlns=""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8AE9C801-E55B-2F90-0F08-39857282B21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168915" y="2601925"/>
                  <a:ext cx="648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BA211507-F56B-27FD-C0CF-1101C95AC637}"/>
                    </a:ext>
                  </a:extLst>
                </p14:cNvPr>
                <p14:cNvContentPartPr/>
                <p14:nvPr/>
              </p14:nvContentPartPr>
              <p14:xfrm>
                <a:off x="7155595" y="2665645"/>
                <a:ext cx="156600" cy="100080"/>
              </p14:xfrm>
            </p:contentPart>
          </mc:Choice>
          <mc:Fallback xmlns=""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BA211507-F56B-27FD-C0CF-1101C95AC63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149475" y="2659525"/>
                  <a:ext cx="1688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FD2AD2A0-ACA9-5A80-6D3A-044FBD7155C3}"/>
                    </a:ext>
                  </a:extLst>
                </p14:cNvPr>
                <p14:cNvContentPartPr/>
                <p14:nvPr/>
              </p14:nvContentPartPr>
              <p14:xfrm>
                <a:off x="7200595" y="2662765"/>
                <a:ext cx="29880" cy="203760"/>
              </p14:xfrm>
            </p:contentPart>
          </mc:Choice>
          <mc:Fallback xmlns=""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FD2AD2A0-ACA9-5A80-6D3A-044FBD7155C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194475" y="2656645"/>
                  <a:ext cx="42120" cy="21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1" name="墨迹 40">
                <a:extLst>
                  <a:ext uri="{FF2B5EF4-FFF2-40B4-BE49-F238E27FC236}">
                    <a16:creationId xmlns:a16="http://schemas.microsoft.com/office/drawing/2014/main" id="{6C21831A-E8E2-FD40-8941-258413DC7835}"/>
                  </a:ext>
                </a:extLst>
              </p14:cNvPr>
              <p14:cNvContentPartPr/>
              <p14:nvPr/>
            </p14:nvContentPartPr>
            <p14:xfrm>
              <a:off x="4348320" y="2560040"/>
              <a:ext cx="538200" cy="211680"/>
            </p14:xfrm>
          </p:contentPart>
        </mc:Choice>
        <mc:Fallback xmlns="">
          <p:pic>
            <p:nvPicPr>
              <p:cNvPr id="41" name="墨迹 40">
                <a:extLst>
                  <a:ext uri="{FF2B5EF4-FFF2-40B4-BE49-F238E27FC236}">
                    <a16:creationId xmlns:a16="http://schemas.microsoft.com/office/drawing/2014/main" id="{6C21831A-E8E2-FD40-8941-258413DC783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342200" y="2553920"/>
                <a:ext cx="550440" cy="22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组合 76">
            <a:extLst>
              <a:ext uri="{FF2B5EF4-FFF2-40B4-BE49-F238E27FC236}">
                <a16:creationId xmlns:a16="http://schemas.microsoft.com/office/drawing/2014/main" id="{69ACA8CF-A7E5-C4BF-2831-9C0A16C54A82}"/>
              </a:ext>
            </a:extLst>
          </p:cNvPr>
          <p:cNvGrpSpPr/>
          <p:nvPr/>
        </p:nvGrpSpPr>
        <p:grpSpPr>
          <a:xfrm>
            <a:off x="4824210" y="2406445"/>
            <a:ext cx="1951225" cy="712320"/>
            <a:chOff x="4824210" y="2406445"/>
            <a:chExt cx="1951225" cy="71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A2DD81AB-E964-49F1-3CDE-2747F1B766C2}"/>
                    </a:ext>
                  </a:extLst>
                </p14:cNvPr>
                <p14:cNvContentPartPr/>
                <p14:nvPr/>
              </p14:nvContentPartPr>
              <p14:xfrm>
                <a:off x="5641795" y="2406445"/>
                <a:ext cx="184320" cy="15552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A2DD81AB-E964-49F1-3CDE-2747F1B766C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635675" y="2400325"/>
                  <a:ext cx="1965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21A14940-1FB9-C588-4F1F-07E63293204C}"/>
                    </a:ext>
                  </a:extLst>
                </p14:cNvPr>
                <p14:cNvContentPartPr/>
                <p14:nvPr/>
              </p14:nvContentPartPr>
              <p14:xfrm>
                <a:off x="5781835" y="2498605"/>
                <a:ext cx="86400" cy="10980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21A14940-1FB9-C588-4F1F-07E63293204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775715" y="2492485"/>
                  <a:ext cx="986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E0462977-F825-139E-78E5-F21296D4D2AD}"/>
                    </a:ext>
                  </a:extLst>
                </p14:cNvPr>
                <p14:cNvContentPartPr/>
                <p14:nvPr/>
              </p14:nvContentPartPr>
              <p14:xfrm>
                <a:off x="6011515" y="2601925"/>
                <a:ext cx="76680" cy="87840"/>
              </p14:xfrm>
            </p:contentPart>
          </mc:Choice>
          <mc:Fallback xmlns=""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E0462977-F825-139E-78E5-F21296D4D2A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005395" y="2595805"/>
                  <a:ext cx="88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7EC9121B-C220-B867-ACC9-2D73BE7A749E}"/>
                    </a:ext>
                  </a:extLst>
                </p14:cNvPr>
                <p14:cNvContentPartPr/>
                <p14:nvPr/>
              </p14:nvContentPartPr>
              <p14:xfrm>
                <a:off x="6108715" y="2548645"/>
                <a:ext cx="103320" cy="16092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7EC9121B-C220-B867-ACC9-2D73BE7A749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102595" y="2542525"/>
                  <a:ext cx="1155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476F450E-E9A2-D114-863F-92B557ADD773}"/>
                    </a:ext>
                  </a:extLst>
                </p14:cNvPr>
                <p14:cNvContentPartPr/>
                <p14:nvPr/>
              </p14:nvContentPartPr>
              <p14:xfrm>
                <a:off x="6219595" y="2518045"/>
                <a:ext cx="111960" cy="20880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476F450E-E9A2-D114-863F-92B557ADD77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213475" y="2511925"/>
                  <a:ext cx="1242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4ECC4C63-B6BB-A32F-5E77-054452AE09FF}"/>
                    </a:ext>
                  </a:extLst>
                </p14:cNvPr>
                <p14:cNvContentPartPr/>
                <p14:nvPr/>
              </p14:nvContentPartPr>
              <p14:xfrm>
                <a:off x="6370075" y="2578525"/>
                <a:ext cx="99720" cy="14868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4ECC4C63-B6BB-A32F-5E77-054452AE09F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363955" y="2572405"/>
                  <a:ext cx="1119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A91717A6-0A49-462A-6B39-DB19942E09EF}"/>
                    </a:ext>
                  </a:extLst>
                </p14:cNvPr>
                <p14:cNvContentPartPr/>
                <p14:nvPr/>
              </p14:nvContentPartPr>
              <p14:xfrm>
                <a:off x="6457915" y="2603365"/>
                <a:ext cx="99360" cy="105480"/>
              </p14:xfrm>
            </p:contentPart>
          </mc:Choice>
          <mc:Fallback xmlns=""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A91717A6-0A49-462A-6B39-DB19942E09E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451795" y="2597245"/>
                  <a:ext cx="1116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5086BE72-6895-86A2-5C47-DD5C1EA35B76}"/>
                    </a:ext>
                  </a:extLst>
                </p14:cNvPr>
                <p14:cNvContentPartPr/>
                <p14:nvPr/>
              </p14:nvContentPartPr>
              <p14:xfrm>
                <a:off x="6597235" y="2609485"/>
                <a:ext cx="67320" cy="93240"/>
              </p14:xfrm>
            </p:contentPart>
          </mc:Choice>
          <mc:Fallback xmlns=""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5086BE72-6895-86A2-5C47-DD5C1EA35B7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591115" y="2603365"/>
                  <a:ext cx="795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4CCDFB88-E545-EC02-ACA2-998629732C88}"/>
                    </a:ext>
                  </a:extLst>
                </p14:cNvPr>
                <p14:cNvContentPartPr/>
                <p14:nvPr/>
              </p14:nvContentPartPr>
              <p14:xfrm>
                <a:off x="6689035" y="2627845"/>
                <a:ext cx="86400" cy="10800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4CCDFB88-E545-EC02-ACA2-998629732C8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682915" y="2621725"/>
                  <a:ext cx="986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B93F53A2-0089-ACD2-9338-B51355FF9A61}"/>
                    </a:ext>
                  </a:extLst>
                </p14:cNvPr>
                <p14:cNvContentPartPr/>
                <p14:nvPr/>
              </p14:nvContentPartPr>
              <p14:xfrm>
                <a:off x="4824210" y="2701885"/>
                <a:ext cx="139680" cy="131400"/>
              </p14:xfrm>
            </p:contentPart>
          </mc:Choice>
          <mc:Fallback xmlns=""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B93F53A2-0089-ACD2-9338-B51355FF9A6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818090" y="2695765"/>
                  <a:ext cx="1519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555504E2-87CF-4711-0E16-4EAAFD61E9E6}"/>
                    </a:ext>
                  </a:extLst>
                </p14:cNvPr>
                <p14:cNvContentPartPr/>
                <p14:nvPr/>
              </p14:nvContentPartPr>
              <p14:xfrm>
                <a:off x="5062530" y="2801605"/>
                <a:ext cx="24840" cy="219600"/>
              </p14:xfrm>
            </p:contentPart>
          </mc:Choice>
          <mc:Fallback xmlns=""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555504E2-87CF-4711-0E16-4EAAFD61E9E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056410" y="2795485"/>
                  <a:ext cx="370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8A0697AB-2D20-CFC7-7633-5A441A1F2AAA}"/>
                    </a:ext>
                  </a:extLst>
                </p14:cNvPr>
                <p14:cNvContentPartPr/>
                <p14:nvPr/>
              </p14:nvContentPartPr>
              <p14:xfrm>
                <a:off x="5006730" y="2899525"/>
                <a:ext cx="43920" cy="2520"/>
              </p14:xfrm>
            </p:contentPart>
          </mc:Choice>
          <mc:Fallback xmlns=""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8A0697AB-2D20-CFC7-7633-5A441A1F2AA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000610" y="2893405"/>
                  <a:ext cx="5616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BA2A4B2D-696A-6518-81EE-687038E0EB2A}"/>
                    </a:ext>
                  </a:extLst>
                </p14:cNvPr>
                <p14:cNvContentPartPr/>
                <p14:nvPr/>
              </p14:nvContentPartPr>
              <p14:xfrm>
                <a:off x="5006730" y="2942005"/>
                <a:ext cx="29160" cy="1440"/>
              </p14:xfrm>
            </p:contentPart>
          </mc:Choice>
          <mc:Fallback xmlns=""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BA2A4B2D-696A-6518-81EE-687038E0EB2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000610" y="2935885"/>
                  <a:ext cx="414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78C28308-9BD0-9F38-E664-99FA988F5530}"/>
                    </a:ext>
                  </a:extLst>
                </p14:cNvPr>
                <p14:cNvContentPartPr/>
                <p14:nvPr/>
              </p14:nvContentPartPr>
              <p14:xfrm>
                <a:off x="4984410" y="2902765"/>
                <a:ext cx="123120" cy="91440"/>
              </p14:xfrm>
            </p:contentPart>
          </mc:Choice>
          <mc:Fallback xmlns=""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78C28308-9BD0-9F38-E664-99FA988F553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978290" y="2896645"/>
                  <a:ext cx="1353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C713E356-19F7-8308-A80C-0639D47AA40B}"/>
                    </a:ext>
                  </a:extLst>
                </p14:cNvPr>
                <p14:cNvContentPartPr/>
                <p14:nvPr/>
              </p14:nvContentPartPr>
              <p14:xfrm>
                <a:off x="5119410" y="2825725"/>
                <a:ext cx="19800" cy="262440"/>
              </p14:xfrm>
            </p:contentPart>
          </mc:Choice>
          <mc:Fallback xmlns=""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C713E356-19F7-8308-A80C-0639D47AA40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113290" y="2819605"/>
                  <a:ext cx="320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9988575C-3527-E5CA-64AE-766ECC6DE3B8}"/>
                    </a:ext>
                  </a:extLst>
                </p14:cNvPr>
                <p14:cNvContentPartPr/>
                <p14:nvPr/>
              </p14:nvContentPartPr>
              <p14:xfrm>
                <a:off x="5152890" y="2879365"/>
                <a:ext cx="37080" cy="2160"/>
              </p14:xfrm>
            </p:contentPart>
          </mc:Choice>
          <mc:Fallback xmlns=""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9988575C-3527-E5CA-64AE-766ECC6DE3B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146770" y="2873245"/>
                  <a:ext cx="4932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109D83A4-1FFF-BE19-AD4A-13F7C1CAC435}"/>
                    </a:ext>
                  </a:extLst>
                </p14:cNvPr>
                <p14:cNvContentPartPr/>
                <p14:nvPr/>
              </p14:nvContentPartPr>
              <p14:xfrm>
                <a:off x="5150010" y="2926885"/>
                <a:ext cx="60120" cy="10080"/>
              </p14:xfrm>
            </p:contentPart>
          </mc:Choice>
          <mc:Fallback xmlns=""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109D83A4-1FFF-BE19-AD4A-13F7C1CAC43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143890" y="2920765"/>
                  <a:ext cx="723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306F1151-6E76-BF10-4AD1-C39CA8B85AE3}"/>
                    </a:ext>
                  </a:extLst>
                </p14:cNvPr>
                <p14:cNvContentPartPr/>
                <p14:nvPr/>
              </p14:nvContentPartPr>
              <p14:xfrm>
                <a:off x="5143170" y="2968645"/>
                <a:ext cx="113400" cy="31680"/>
              </p14:xfrm>
            </p:contentPart>
          </mc:Choice>
          <mc:Fallback xmlns=""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306F1151-6E76-BF10-4AD1-C39CA8B85AE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137050" y="2962525"/>
                  <a:ext cx="1256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65AE3DAE-A841-83A6-9118-E5B0A23E1457}"/>
                    </a:ext>
                  </a:extLst>
                </p14:cNvPr>
                <p14:cNvContentPartPr/>
                <p14:nvPr/>
              </p14:nvContentPartPr>
              <p14:xfrm>
                <a:off x="5303730" y="2874685"/>
                <a:ext cx="29160" cy="27360"/>
              </p14:xfrm>
            </p:contentPart>
          </mc:Choice>
          <mc:Fallback xmlns=""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65AE3DAE-A841-83A6-9118-E5B0A23E145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297610" y="2868565"/>
                  <a:ext cx="414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9E9D7292-2130-8499-7639-349560F10BB1}"/>
                    </a:ext>
                  </a:extLst>
                </p14:cNvPr>
                <p14:cNvContentPartPr/>
                <p14:nvPr/>
              </p14:nvContentPartPr>
              <p14:xfrm>
                <a:off x="5305170" y="2928685"/>
                <a:ext cx="18720" cy="28800"/>
              </p14:xfrm>
            </p:contentPart>
          </mc:Choice>
          <mc:Fallback xmlns=""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9E9D7292-2130-8499-7639-349560F10BB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299050" y="2922565"/>
                  <a:ext cx="309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D1B75D12-0CB4-BDE4-32F2-473189B187E4}"/>
                    </a:ext>
                  </a:extLst>
                </p14:cNvPr>
                <p14:cNvContentPartPr/>
                <p14:nvPr/>
              </p14:nvContentPartPr>
              <p14:xfrm>
                <a:off x="5286090" y="2978005"/>
                <a:ext cx="75960" cy="83880"/>
              </p14:xfrm>
            </p:contentPart>
          </mc:Choice>
          <mc:Fallback xmlns=""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D1B75D12-0CB4-BDE4-32F2-473189B187E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279970" y="2971885"/>
                  <a:ext cx="882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D4D17270-40DA-D90B-C0CE-8F30C7ADA4D8}"/>
                    </a:ext>
                  </a:extLst>
                </p14:cNvPr>
                <p14:cNvContentPartPr/>
                <p14:nvPr/>
              </p14:nvContentPartPr>
              <p14:xfrm>
                <a:off x="5384730" y="2859925"/>
                <a:ext cx="51480" cy="9000"/>
              </p14:xfrm>
            </p:contentPart>
          </mc:Choice>
          <mc:Fallback xmlns=""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D4D17270-40DA-D90B-C0CE-8F30C7ADA4D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378610" y="2853805"/>
                  <a:ext cx="637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C4AB64E7-7C11-059D-CA86-D53E6C2C5341}"/>
                    </a:ext>
                  </a:extLst>
                </p14:cNvPr>
                <p14:cNvContentPartPr/>
                <p14:nvPr/>
              </p14:nvContentPartPr>
              <p14:xfrm>
                <a:off x="5386890" y="2843005"/>
                <a:ext cx="43920" cy="119520"/>
              </p14:xfrm>
            </p:contentPart>
          </mc:Choice>
          <mc:Fallback xmlns=""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C4AB64E7-7C11-059D-CA86-D53E6C2C534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380770" y="2836885"/>
                  <a:ext cx="561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7408A708-B996-0F7D-7961-95D7C0F033F3}"/>
                    </a:ext>
                  </a:extLst>
                </p14:cNvPr>
                <p14:cNvContentPartPr/>
                <p14:nvPr/>
              </p14:nvContentPartPr>
              <p14:xfrm>
                <a:off x="5381490" y="2924365"/>
                <a:ext cx="150480" cy="134280"/>
              </p14:xfrm>
            </p:contentPart>
          </mc:Choice>
          <mc:Fallback xmlns=""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7408A708-B996-0F7D-7961-95D7C0F033F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375370" y="2918245"/>
                  <a:ext cx="1627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12DD39B6-8BB5-CD70-3FF3-AC97AB744D66}"/>
                    </a:ext>
                  </a:extLst>
                </p14:cNvPr>
                <p14:cNvContentPartPr/>
                <p14:nvPr/>
              </p14:nvContentPartPr>
              <p14:xfrm>
                <a:off x="5508570" y="2997085"/>
                <a:ext cx="14040" cy="63720"/>
              </p14:xfrm>
            </p:contentPart>
          </mc:Choice>
          <mc:Fallback xmlns=""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12DD39B6-8BB5-CD70-3FF3-AC97AB744D6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502450" y="2990965"/>
                  <a:ext cx="262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A6824B8D-B423-9B4A-D847-94FE92A3C2DB}"/>
                    </a:ext>
                  </a:extLst>
                </p14:cNvPr>
                <p14:cNvContentPartPr/>
                <p14:nvPr/>
              </p14:nvContentPartPr>
              <p14:xfrm>
                <a:off x="5619450" y="2887645"/>
                <a:ext cx="78480" cy="9720"/>
              </p14:xfrm>
            </p:contentPart>
          </mc:Choice>
          <mc:Fallback xmlns=""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A6824B8D-B423-9B4A-D847-94FE92A3C2D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613330" y="2881525"/>
                  <a:ext cx="907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E9F80AB2-8025-4D1C-3737-D631C74E0E55}"/>
                    </a:ext>
                  </a:extLst>
                </p14:cNvPr>
                <p14:cNvContentPartPr/>
                <p14:nvPr/>
              </p14:nvContentPartPr>
              <p14:xfrm>
                <a:off x="5642490" y="2852725"/>
                <a:ext cx="27000" cy="223560"/>
              </p14:xfrm>
            </p:contentPart>
          </mc:Choice>
          <mc:Fallback xmlns=""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E9F80AB2-8025-4D1C-3737-D631C74E0E5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636370" y="2846605"/>
                  <a:ext cx="392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E879E887-4CF9-5334-1C42-FC5B8D9959EC}"/>
                    </a:ext>
                  </a:extLst>
                </p14:cNvPr>
                <p14:cNvContentPartPr/>
                <p14:nvPr/>
              </p14:nvContentPartPr>
              <p14:xfrm>
                <a:off x="5616570" y="2902405"/>
                <a:ext cx="161280" cy="91800"/>
              </p14:xfrm>
            </p:contentPart>
          </mc:Choice>
          <mc:Fallback xmlns=""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E879E887-4CF9-5334-1C42-FC5B8D9959E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610450" y="2896285"/>
                  <a:ext cx="1735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BED65BFE-A7A2-E567-26A2-7C363EA1CAD8}"/>
                    </a:ext>
                  </a:extLst>
                </p14:cNvPr>
                <p14:cNvContentPartPr/>
                <p14:nvPr/>
              </p14:nvContentPartPr>
              <p14:xfrm>
                <a:off x="5731050" y="2876485"/>
                <a:ext cx="57240" cy="28440"/>
              </p14:xfrm>
            </p:contentPart>
          </mc:Choice>
          <mc:Fallback xmlns=""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BED65BFE-A7A2-E567-26A2-7C363EA1CAD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724930" y="2870365"/>
                  <a:ext cx="694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52C28A2C-9A2F-3C49-0A8B-0642597F91CA}"/>
                    </a:ext>
                  </a:extLst>
                </p14:cNvPr>
                <p14:cNvContentPartPr/>
                <p14:nvPr/>
              </p14:nvContentPartPr>
              <p14:xfrm>
                <a:off x="5730330" y="2870005"/>
                <a:ext cx="105480" cy="86760"/>
              </p14:xfrm>
            </p:contentPart>
          </mc:Choice>
          <mc:Fallback xmlns=""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52C28A2C-9A2F-3C49-0A8B-0642597F91C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724210" y="2863885"/>
                  <a:ext cx="1177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8D34E333-68DC-B876-E9B9-14A36030D6E6}"/>
                    </a:ext>
                  </a:extLst>
                </p14:cNvPr>
                <p14:cNvContentPartPr/>
                <p14:nvPr/>
              </p14:nvContentPartPr>
              <p14:xfrm>
                <a:off x="5749770" y="2981245"/>
                <a:ext cx="6480" cy="96840"/>
              </p14:xfrm>
            </p:contentPart>
          </mc:Choice>
          <mc:Fallback xmlns=""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8D34E333-68DC-B876-E9B9-14A36030D6E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743650" y="2975125"/>
                  <a:ext cx="187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740C3310-195A-CC22-CF14-ABEB39C1D99E}"/>
                    </a:ext>
                  </a:extLst>
                </p14:cNvPr>
                <p14:cNvContentPartPr/>
                <p14:nvPr/>
              </p14:nvContentPartPr>
              <p14:xfrm>
                <a:off x="5760930" y="2954605"/>
                <a:ext cx="66960" cy="138600"/>
              </p14:xfrm>
            </p:contentPart>
          </mc:Choice>
          <mc:Fallback xmlns=""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740C3310-195A-CC22-CF14-ABEB39C1D99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754810" y="2948485"/>
                  <a:ext cx="792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605465EE-19CA-0554-3F12-8EF1D200D4D7}"/>
                    </a:ext>
                  </a:extLst>
                </p14:cNvPr>
                <p14:cNvContentPartPr/>
                <p14:nvPr/>
              </p14:nvContentPartPr>
              <p14:xfrm>
                <a:off x="5774970" y="3026965"/>
                <a:ext cx="37440" cy="12960"/>
              </p14:xfrm>
            </p:contentPart>
          </mc:Choice>
          <mc:Fallback xmlns=""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605465EE-19CA-0554-3F12-8EF1D200D4D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768850" y="3020845"/>
                  <a:ext cx="496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A9DF3996-B4CF-D123-EB1A-D3012C768139}"/>
                    </a:ext>
                  </a:extLst>
                </p14:cNvPr>
                <p14:cNvContentPartPr/>
                <p14:nvPr/>
              </p14:nvContentPartPr>
              <p14:xfrm>
                <a:off x="5758410" y="3044245"/>
                <a:ext cx="72000" cy="52200"/>
              </p14:xfrm>
            </p:contentPart>
          </mc:Choice>
          <mc:Fallback xmlns=""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A9DF3996-B4CF-D123-EB1A-D3012C76813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752290" y="3038125"/>
                  <a:ext cx="842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600BC78A-4AD2-516C-05A8-729FB8EC7BED}"/>
                    </a:ext>
                  </a:extLst>
                </p14:cNvPr>
                <p14:cNvContentPartPr/>
                <p14:nvPr/>
              </p14:nvContentPartPr>
              <p14:xfrm>
                <a:off x="5914290" y="2809525"/>
                <a:ext cx="86760" cy="212400"/>
              </p14:xfrm>
            </p:contentPart>
          </mc:Choice>
          <mc:Fallback xmlns=""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600BC78A-4AD2-516C-05A8-729FB8EC7BE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908170" y="2803405"/>
                  <a:ext cx="990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4" name="墨迹 73">
                  <a:extLst>
                    <a:ext uri="{FF2B5EF4-FFF2-40B4-BE49-F238E27FC236}">
                      <a16:creationId xmlns:a16="http://schemas.microsoft.com/office/drawing/2014/main" id="{4D34D773-8D67-C6EA-57E4-18378D528952}"/>
                    </a:ext>
                  </a:extLst>
                </p14:cNvPr>
                <p14:cNvContentPartPr/>
                <p14:nvPr/>
              </p14:nvContentPartPr>
              <p14:xfrm>
                <a:off x="5987730" y="2884405"/>
                <a:ext cx="140760" cy="95400"/>
              </p14:xfrm>
            </p:contentPart>
          </mc:Choice>
          <mc:Fallback xmlns="">
            <p:pic>
              <p:nvPicPr>
                <p:cNvPr id="74" name="墨迹 73">
                  <a:extLst>
                    <a:ext uri="{FF2B5EF4-FFF2-40B4-BE49-F238E27FC236}">
                      <a16:creationId xmlns:a16="http://schemas.microsoft.com/office/drawing/2014/main" id="{4D34D773-8D67-C6EA-57E4-18378D52895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981610" y="2878285"/>
                  <a:ext cx="1530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7A02D6DA-910D-BD44-F568-A7909B4EA1D2}"/>
                    </a:ext>
                  </a:extLst>
                </p14:cNvPr>
                <p14:cNvContentPartPr/>
                <p14:nvPr/>
              </p14:nvContentPartPr>
              <p14:xfrm>
                <a:off x="5986290" y="2939845"/>
                <a:ext cx="35280" cy="31680"/>
              </p14:xfrm>
            </p:contentPart>
          </mc:Choice>
          <mc:Fallback xmlns=""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7A02D6DA-910D-BD44-F568-A7909B4EA1D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980170" y="2933725"/>
                  <a:ext cx="475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C6FCA9C9-98FB-5847-6932-0D0637E15CD7}"/>
                    </a:ext>
                  </a:extLst>
                </p14:cNvPr>
                <p14:cNvContentPartPr/>
                <p14:nvPr/>
              </p14:nvContentPartPr>
              <p14:xfrm>
                <a:off x="5973690" y="3000325"/>
                <a:ext cx="91800" cy="118440"/>
              </p14:xfrm>
            </p:contentPart>
          </mc:Choice>
          <mc:Fallback xmlns=""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C6FCA9C9-98FB-5847-6932-0D0637E15CD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967570" y="2994205"/>
                  <a:ext cx="10404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FB2C1EC0-04BB-0CE1-4C72-3F05E521A181}"/>
              </a:ext>
            </a:extLst>
          </p:cNvPr>
          <p:cNvGrpSpPr/>
          <p:nvPr/>
        </p:nvGrpSpPr>
        <p:grpSpPr>
          <a:xfrm>
            <a:off x="4276545" y="2914470"/>
            <a:ext cx="209160" cy="363600"/>
            <a:chOff x="4276545" y="2914470"/>
            <a:chExt cx="209160" cy="36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9" name="墨迹 78">
                  <a:extLst>
                    <a:ext uri="{FF2B5EF4-FFF2-40B4-BE49-F238E27FC236}">
                      <a16:creationId xmlns:a16="http://schemas.microsoft.com/office/drawing/2014/main" id="{BE096080-D00C-6060-2948-A52D0D84DE84}"/>
                    </a:ext>
                  </a:extLst>
                </p14:cNvPr>
                <p14:cNvContentPartPr/>
                <p14:nvPr/>
              </p14:nvContentPartPr>
              <p14:xfrm>
                <a:off x="4276545" y="2914470"/>
                <a:ext cx="136080" cy="339120"/>
              </p14:xfrm>
            </p:contentPart>
          </mc:Choice>
          <mc:Fallback xmlns="">
            <p:pic>
              <p:nvPicPr>
                <p:cNvPr id="79" name="墨迹 78">
                  <a:extLst>
                    <a:ext uri="{FF2B5EF4-FFF2-40B4-BE49-F238E27FC236}">
                      <a16:creationId xmlns:a16="http://schemas.microsoft.com/office/drawing/2014/main" id="{BE096080-D00C-6060-2948-A52D0D84DE8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270425" y="2908350"/>
                  <a:ext cx="14832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80" name="墨迹 79">
                  <a:extLst>
                    <a:ext uri="{FF2B5EF4-FFF2-40B4-BE49-F238E27FC236}">
                      <a16:creationId xmlns:a16="http://schemas.microsoft.com/office/drawing/2014/main" id="{F3A834E5-1510-9CB3-4B01-454AAF6BCEF0}"/>
                    </a:ext>
                  </a:extLst>
                </p14:cNvPr>
                <p14:cNvContentPartPr/>
                <p14:nvPr/>
              </p14:nvContentPartPr>
              <p14:xfrm>
                <a:off x="4346385" y="3152070"/>
                <a:ext cx="139320" cy="126000"/>
              </p14:xfrm>
            </p:contentPart>
          </mc:Choice>
          <mc:Fallback xmlns="">
            <p:pic>
              <p:nvPicPr>
                <p:cNvPr id="80" name="墨迹 79">
                  <a:extLst>
                    <a:ext uri="{FF2B5EF4-FFF2-40B4-BE49-F238E27FC236}">
                      <a16:creationId xmlns:a16="http://schemas.microsoft.com/office/drawing/2014/main" id="{F3A834E5-1510-9CB3-4B01-454AAF6BCEF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340265" y="3145950"/>
                  <a:ext cx="15156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71A0F0B9-F489-4A6A-4B8A-3B09DE41D9F7}"/>
              </a:ext>
            </a:extLst>
          </p:cNvPr>
          <p:cNvGrpSpPr/>
          <p:nvPr/>
        </p:nvGrpSpPr>
        <p:grpSpPr>
          <a:xfrm>
            <a:off x="4205465" y="3332015"/>
            <a:ext cx="556920" cy="270720"/>
            <a:chOff x="4205465" y="3332015"/>
            <a:chExt cx="556920" cy="27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91" name="墨迹 90">
                  <a:extLst>
                    <a:ext uri="{FF2B5EF4-FFF2-40B4-BE49-F238E27FC236}">
                      <a16:creationId xmlns:a16="http://schemas.microsoft.com/office/drawing/2014/main" id="{D41A3BDA-20C5-80D4-8995-5F073B11C28D}"/>
                    </a:ext>
                  </a:extLst>
                </p14:cNvPr>
                <p14:cNvContentPartPr/>
                <p14:nvPr/>
              </p14:nvContentPartPr>
              <p14:xfrm>
                <a:off x="4205465" y="3332015"/>
                <a:ext cx="149760" cy="248400"/>
              </p14:xfrm>
            </p:contentPart>
          </mc:Choice>
          <mc:Fallback xmlns="">
            <p:pic>
              <p:nvPicPr>
                <p:cNvPr id="91" name="墨迹 90">
                  <a:extLst>
                    <a:ext uri="{FF2B5EF4-FFF2-40B4-BE49-F238E27FC236}">
                      <a16:creationId xmlns:a16="http://schemas.microsoft.com/office/drawing/2014/main" id="{D41A3BDA-20C5-80D4-8995-5F073B11C28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199345" y="3325895"/>
                  <a:ext cx="1620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93" name="墨迹 92">
                  <a:extLst>
                    <a:ext uri="{FF2B5EF4-FFF2-40B4-BE49-F238E27FC236}">
                      <a16:creationId xmlns:a16="http://schemas.microsoft.com/office/drawing/2014/main" id="{2AD8F054-3503-062A-A680-D322473627CC}"/>
                    </a:ext>
                  </a:extLst>
                </p14:cNvPr>
                <p14:cNvContentPartPr/>
                <p14:nvPr/>
              </p14:nvContentPartPr>
              <p14:xfrm>
                <a:off x="4411385" y="3489695"/>
                <a:ext cx="93960" cy="87120"/>
              </p14:xfrm>
            </p:contentPart>
          </mc:Choice>
          <mc:Fallback xmlns="">
            <p:pic>
              <p:nvPicPr>
                <p:cNvPr id="93" name="墨迹 92">
                  <a:extLst>
                    <a:ext uri="{FF2B5EF4-FFF2-40B4-BE49-F238E27FC236}">
                      <a16:creationId xmlns:a16="http://schemas.microsoft.com/office/drawing/2014/main" id="{2AD8F054-3503-062A-A680-D322473627C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405265" y="3483575"/>
                  <a:ext cx="1062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96" name="墨迹 95">
                  <a:extLst>
                    <a:ext uri="{FF2B5EF4-FFF2-40B4-BE49-F238E27FC236}">
                      <a16:creationId xmlns:a16="http://schemas.microsoft.com/office/drawing/2014/main" id="{41208FE3-7F4E-51E2-7904-FED91D946576}"/>
                    </a:ext>
                  </a:extLst>
                </p14:cNvPr>
                <p14:cNvContentPartPr/>
                <p14:nvPr/>
              </p14:nvContentPartPr>
              <p14:xfrm>
                <a:off x="4558985" y="3351095"/>
                <a:ext cx="54720" cy="251640"/>
              </p14:xfrm>
            </p:contentPart>
          </mc:Choice>
          <mc:Fallback xmlns="">
            <p:pic>
              <p:nvPicPr>
                <p:cNvPr id="96" name="墨迹 95">
                  <a:extLst>
                    <a:ext uri="{FF2B5EF4-FFF2-40B4-BE49-F238E27FC236}">
                      <a16:creationId xmlns:a16="http://schemas.microsoft.com/office/drawing/2014/main" id="{41208FE3-7F4E-51E2-7904-FED91D94657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552865" y="3344975"/>
                  <a:ext cx="669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97" name="墨迹 96">
                  <a:extLst>
                    <a:ext uri="{FF2B5EF4-FFF2-40B4-BE49-F238E27FC236}">
                      <a16:creationId xmlns:a16="http://schemas.microsoft.com/office/drawing/2014/main" id="{F6E50714-064E-FBDB-549C-54A6D519F445}"/>
                    </a:ext>
                  </a:extLst>
                </p14:cNvPr>
                <p14:cNvContentPartPr/>
                <p14:nvPr/>
              </p14:nvContentPartPr>
              <p14:xfrm>
                <a:off x="4666985" y="3444695"/>
                <a:ext cx="40680" cy="142920"/>
              </p14:xfrm>
            </p:contentPart>
          </mc:Choice>
          <mc:Fallback xmlns="">
            <p:pic>
              <p:nvPicPr>
                <p:cNvPr id="97" name="墨迹 96">
                  <a:extLst>
                    <a:ext uri="{FF2B5EF4-FFF2-40B4-BE49-F238E27FC236}">
                      <a16:creationId xmlns:a16="http://schemas.microsoft.com/office/drawing/2014/main" id="{F6E50714-064E-FBDB-549C-54A6D519F44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660865" y="3438575"/>
                  <a:ext cx="529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98" name="墨迹 97">
                  <a:extLst>
                    <a:ext uri="{FF2B5EF4-FFF2-40B4-BE49-F238E27FC236}">
                      <a16:creationId xmlns:a16="http://schemas.microsoft.com/office/drawing/2014/main" id="{E1940650-B956-4EAC-6279-81DFFCE7C110}"/>
                    </a:ext>
                  </a:extLst>
                </p14:cNvPr>
                <p14:cNvContentPartPr/>
                <p14:nvPr/>
              </p14:nvContentPartPr>
              <p14:xfrm>
                <a:off x="4645025" y="3495815"/>
                <a:ext cx="117360" cy="10800"/>
              </p14:xfrm>
            </p:contentPart>
          </mc:Choice>
          <mc:Fallback xmlns="">
            <p:pic>
              <p:nvPicPr>
                <p:cNvPr id="98" name="墨迹 97">
                  <a:extLst>
                    <a:ext uri="{FF2B5EF4-FFF2-40B4-BE49-F238E27FC236}">
                      <a16:creationId xmlns:a16="http://schemas.microsoft.com/office/drawing/2014/main" id="{E1940650-B956-4EAC-6279-81DFFCE7C11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638905" y="3489695"/>
                  <a:ext cx="129600" cy="230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1" name="图片 100">
            <a:extLst>
              <a:ext uri="{FF2B5EF4-FFF2-40B4-BE49-F238E27FC236}">
                <a16:creationId xmlns:a16="http://schemas.microsoft.com/office/drawing/2014/main" id="{64AF422C-72EF-3856-9F38-CDCE9815E0BC}"/>
              </a:ext>
            </a:extLst>
          </p:cNvPr>
          <p:cNvPicPr>
            <a:picLocks noChangeAspect="1"/>
          </p:cNvPicPr>
          <p:nvPr/>
        </p:nvPicPr>
        <p:blipFill>
          <a:blip r:embed="rId117"/>
          <a:stretch>
            <a:fillRect/>
          </a:stretch>
        </p:blipFill>
        <p:spPr>
          <a:xfrm>
            <a:off x="699945" y="4500241"/>
            <a:ext cx="7772799" cy="13335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3" name="墨迹 102">
                <a:extLst>
                  <a:ext uri="{FF2B5EF4-FFF2-40B4-BE49-F238E27FC236}">
                    <a16:creationId xmlns:a16="http://schemas.microsoft.com/office/drawing/2014/main" id="{1670F389-B4B3-1DA3-42B6-0C3A22CA9FF7}"/>
                  </a:ext>
                </a:extLst>
              </p14:cNvPr>
              <p14:cNvContentPartPr/>
              <p14:nvPr/>
            </p14:nvContentPartPr>
            <p14:xfrm>
              <a:off x="4071859" y="1714444"/>
              <a:ext cx="360" cy="360"/>
            </p14:xfrm>
          </p:contentPart>
        </mc:Choice>
        <mc:Fallback xmlns="">
          <p:pic>
            <p:nvPicPr>
              <p:cNvPr id="103" name="墨迹 102">
                <a:extLst>
                  <a:ext uri="{FF2B5EF4-FFF2-40B4-BE49-F238E27FC236}">
                    <a16:creationId xmlns:a16="http://schemas.microsoft.com/office/drawing/2014/main" id="{1670F389-B4B3-1DA3-42B6-0C3A22CA9FF7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065739" y="1708324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05" name="图片 104">
            <a:extLst>
              <a:ext uri="{FF2B5EF4-FFF2-40B4-BE49-F238E27FC236}">
                <a16:creationId xmlns:a16="http://schemas.microsoft.com/office/drawing/2014/main" id="{768638B4-ACEF-42A1-3F56-E13F7362B61C}"/>
              </a:ext>
            </a:extLst>
          </p:cNvPr>
          <p:cNvPicPr>
            <a:picLocks noChangeAspect="1"/>
          </p:cNvPicPr>
          <p:nvPr/>
        </p:nvPicPr>
        <p:blipFill>
          <a:blip r:embed="rId120"/>
          <a:stretch>
            <a:fillRect/>
          </a:stretch>
        </p:blipFill>
        <p:spPr>
          <a:xfrm>
            <a:off x="680074" y="3752456"/>
            <a:ext cx="6731346" cy="4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305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2C4B8-9B74-5B4C-9667-9EE0949DA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911F0A2-EAE1-6811-CA26-E52515C55C25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300" b="1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写回</a:t>
            </a:r>
            <a:endParaRPr sz="3300" b="1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28D4644-1B87-1158-7EA1-D969FA11AD50}"/>
              </a:ext>
            </a:extLst>
          </p:cNvPr>
          <p:cNvSpPr txBox="1"/>
          <p:nvPr/>
        </p:nvSpPr>
        <p:spPr>
          <a:xfrm>
            <a:off x="609600" y="1585912"/>
            <a:ext cx="5486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1.</a:t>
            </a:r>
            <a:r>
              <a:rPr lang="zh-CN" altLang="en-US" sz="2400" dirty="0"/>
              <a:t>根据不同指令的需要，准备好 </a:t>
            </a:r>
            <a:r>
              <a:rPr lang="en-US" altLang="zh-CN" sz="2400" dirty="0" err="1"/>
              <a:t>dstE</a:t>
            </a:r>
            <a:r>
              <a:rPr lang="en-US" altLang="zh-CN" sz="2400" dirty="0"/>
              <a:t>/M,</a:t>
            </a:r>
            <a:r>
              <a:rPr lang="zh-CN" altLang="en-US" sz="2400" dirty="0"/>
              <a:t> </a:t>
            </a:r>
            <a:r>
              <a:rPr lang="en-US" altLang="zh-CN" sz="2400" dirty="0" err="1"/>
              <a:t>valE</a:t>
            </a:r>
            <a:r>
              <a:rPr lang="en-US" altLang="zh-CN" sz="2400" dirty="0"/>
              <a:t>/M </a:t>
            </a:r>
            <a:r>
              <a:rPr lang="zh-CN" altLang="en-US" sz="2400" dirty="0"/>
              <a:t>的值（和译码过程类似）</a:t>
            </a:r>
            <a:endParaRPr lang="en-US" altLang="zh-CN" sz="2400" dirty="0"/>
          </a:p>
          <a:p>
            <a:r>
              <a:rPr lang="en-US" altLang="zh-CN" sz="2400" dirty="0"/>
              <a:t>2.</a:t>
            </a:r>
            <a:r>
              <a:rPr lang="zh-CN" altLang="en-US" sz="2400" dirty="0"/>
              <a:t>喂到两个写端口，等待时钟达到上升沿时，进行更新</a:t>
            </a:r>
            <a:endParaRPr lang="en-US" altLang="zh-CN" sz="24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84940DA-F052-8819-6B6D-6C14CC386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532" y="876300"/>
            <a:ext cx="4833582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816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7C454-97D8-27C0-0702-4F719BC56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A2D7251-A930-3FF0-E85E-BB5DA0F5048A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300" b="1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更新 </a:t>
            </a:r>
            <a:r>
              <a:rPr lang="en-US" altLang="zh-CN" sz="3300" b="1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PC</a:t>
            </a:r>
            <a:endParaRPr sz="3300" b="1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4CB39D9-817E-F3BF-24CD-AF672F305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770" y="621505"/>
            <a:ext cx="4533986" cy="3065839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D1202BA3-9A87-4293-B7B1-2393CC3606F2}"/>
              </a:ext>
            </a:extLst>
          </p:cNvPr>
          <p:cNvGrpSpPr/>
          <p:nvPr/>
        </p:nvGrpSpPr>
        <p:grpSpPr>
          <a:xfrm>
            <a:off x="9921560" y="3463765"/>
            <a:ext cx="502920" cy="786960"/>
            <a:chOff x="9921560" y="3463765"/>
            <a:chExt cx="502920" cy="78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DC4F46F4-EB75-D079-E4EA-7ABA2D54FE8E}"/>
                    </a:ext>
                  </a:extLst>
                </p14:cNvPr>
                <p14:cNvContentPartPr/>
                <p14:nvPr/>
              </p14:nvContentPartPr>
              <p14:xfrm>
                <a:off x="9959720" y="3463765"/>
                <a:ext cx="64440" cy="33480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DC4F46F4-EB75-D079-E4EA-7ABA2D54FE8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953600" y="3457645"/>
                  <a:ext cx="7668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3B28A027-B231-2575-D07F-B8ECCC8FF569}"/>
                    </a:ext>
                  </a:extLst>
                </p14:cNvPr>
                <p14:cNvContentPartPr/>
                <p14:nvPr/>
              </p14:nvContentPartPr>
              <p14:xfrm>
                <a:off x="9956480" y="3733765"/>
                <a:ext cx="178920" cy="13248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3B28A027-B231-2575-D07F-B8ECCC8FF56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950360" y="3727645"/>
                  <a:ext cx="1911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7FB3002C-5422-6D1A-29D0-50B92CBFCBB7}"/>
                    </a:ext>
                  </a:extLst>
                </p14:cNvPr>
                <p14:cNvContentPartPr/>
                <p14:nvPr/>
              </p14:nvContentPartPr>
              <p14:xfrm>
                <a:off x="9921560" y="3990805"/>
                <a:ext cx="127080" cy="25992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7FB3002C-5422-6D1A-29D0-50B92CBFCBB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915440" y="3984685"/>
                  <a:ext cx="13932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D331429A-9988-C482-901A-FA3FEC3F0B4B}"/>
                    </a:ext>
                  </a:extLst>
                </p14:cNvPr>
                <p14:cNvContentPartPr/>
                <p14:nvPr/>
              </p14:nvContentPartPr>
              <p14:xfrm>
                <a:off x="10067000" y="4018525"/>
                <a:ext cx="184680" cy="16344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D331429A-9988-C482-901A-FA3FEC3F0B4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060880" y="4012405"/>
                  <a:ext cx="1969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CA86E780-B789-3A58-D93D-E1D6BF0980E6}"/>
                    </a:ext>
                  </a:extLst>
                </p14:cNvPr>
                <p14:cNvContentPartPr/>
                <p14:nvPr/>
              </p14:nvContentPartPr>
              <p14:xfrm>
                <a:off x="10326560" y="3914485"/>
                <a:ext cx="68760" cy="28764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CA86E780-B789-3A58-D93D-E1D6BF0980E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320440" y="3908365"/>
                  <a:ext cx="810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2E90DF3A-8A05-7691-A883-1DD84DC959D9}"/>
                    </a:ext>
                  </a:extLst>
                </p14:cNvPr>
                <p14:cNvContentPartPr/>
                <p14:nvPr/>
              </p14:nvContentPartPr>
              <p14:xfrm>
                <a:off x="10254920" y="4032205"/>
                <a:ext cx="169560" cy="1512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2E90DF3A-8A05-7691-A883-1DD84DC959D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248800" y="4026085"/>
                  <a:ext cx="18180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54287A9-CA5B-5382-6275-A97C9E129CA8}"/>
              </a:ext>
            </a:extLst>
          </p:cNvPr>
          <p:cNvGrpSpPr/>
          <p:nvPr/>
        </p:nvGrpSpPr>
        <p:grpSpPr>
          <a:xfrm>
            <a:off x="8857400" y="3546205"/>
            <a:ext cx="540720" cy="819360"/>
            <a:chOff x="8857400" y="3546205"/>
            <a:chExt cx="540720" cy="81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9B3F9AA9-7BDE-2362-B60B-C48038BEC0D3}"/>
                    </a:ext>
                  </a:extLst>
                </p14:cNvPr>
                <p14:cNvContentPartPr/>
                <p14:nvPr/>
              </p14:nvContentPartPr>
              <p14:xfrm>
                <a:off x="9093200" y="3546205"/>
                <a:ext cx="24480" cy="28836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9B3F9AA9-7BDE-2362-B60B-C48038BEC0D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087080" y="3540085"/>
                  <a:ext cx="367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233A77C8-FADC-86F3-7E0D-E41F0E49872C}"/>
                    </a:ext>
                  </a:extLst>
                </p14:cNvPr>
                <p14:cNvContentPartPr/>
                <p14:nvPr/>
              </p14:nvContentPartPr>
              <p14:xfrm>
                <a:off x="9057920" y="3776965"/>
                <a:ext cx="172800" cy="124560"/>
              </p14:xfrm>
            </p:contentPart>
          </mc:Choice>
          <mc:Fallback xmlns=""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233A77C8-FADC-86F3-7E0D-E41F0E49872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051800" y="3770845"/>
                  <a:ext cx="1850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AFCBAD99-3050-BA95-EF2F-422739EC49B2}"/>
                    </a:ext>
                  </a:extLst>
                </p14:cNvPr>
                <p14:cNvContentPartPr/>
                <p14:nvPr/>
              </p14:nvContentPartPr>
              <p14:xfrm>
                <a:off x="8857400" y="4169365"/>
                <a:ext cx="98640" cy="137160"/>
              </p14:xfrm>
            </p:contentPart>
          </mc:Choice>
          <mc:Fallback xmlns=""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AFCBAD99-3050-BA95-EF2F-422739EC49B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51280" y="4163245"/>
                  <a:ext cx="1108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459CBC2E-9704-7400-B94C-EBEEBAA2CAC7}"/>
                    </a:ext>
                  </a:extLst>
                </p14:cNvPr>
                <p14:cNvContentPartPr/>
                <p14:nvPr/>
              </p14:nvContentPartPr>
              <p14:xfrm>
                <a:off x="9022640" y="4175125"/>
                <a:ext cx="126000" cy="12960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459CBC2E-9704-7400-B94C-EBEEBAA2CAC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016520" y="4169005"/>
                  <a:ext cx="1382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E518E696-E5AA-332C-6BD3-8D3B3A9052B7}"/>
                    </a:ext>
                  </a:extLst>
                </p14:cNvPr>
                <p14:cNvContentPartPr/>
                <p14:nvPr/>
              </p14:nvContentPartPr>
              <p14:xfrm>
                <a:off x="9206240" y="3981445"/>
                <a:ext cx="68400" cy="36324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E518E696-E5AA-332C-6BD3-8D3B3A9052B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200120" y="3975325"/>
                  <a:ext cx="8064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2B9367D5-102B-B121-7BA9-C6934AC9133B}"/>
                    </a:ext>
                  </a:extLst>
                </p14:cNvPr>
                <p14:cNvContentPartPr/>
                <p14:nvPr/>
              </p14:nvContentPartPr>
              <p14:xfrm>
                <a:off x="9351680" y="3994045"/>
                <a:ext cx="46440" cy="37152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2B9367D5-102B-B121-7BA9-C6934AC9133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345560" y="3987925"/>
                  <a:ext cx="58680" cy="38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2624F1D-66F4-476A-0DC0-9227421C2502}"/>
              </a:ext>
            </a:extLst>
          </p:cNvPr>
          <p:cNvGrpSpPr/>
          <p:nvPr/>
        </p:nvGrpSpPr>
        <p:grpSpPr>
          <a:xfrm>
            <a:off x="8194640" y="3479605"/>
            <a:ext cx="89640" cy="480960"/>
            <a:chOff x="8194640" y="3479605"/>
            <a:chExt cx="89640" cy="48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C95D5EE8-9D79-E8A1-1F24-330DA03DD8B1}"/>
                    </a:ext>
                  </a:extLst>
                </p14:cNvPr>
                <p14:cNvContentPartPr/>
                <p14:nvPr/>
              </p14:nvContentPartPr>
              <p14:xfrm>
                <a:off x="8231360" y="3479605"/>
                <a:ext cx="30240" cy="432720"/>
              </p14:xfrm>
            </p:contentPart>
          </mc:Choice>
          <mc:Fallback xmlns=""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C95D5EE8-9D79-E8A1-1F24-330DA03DD8B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25240" y="3473485"/>
                  <a:ext cx="4248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1C386AA0-45BD-F5E5-40FA-9BEB89159BD8}"/>
                    </a:ext>
                  </a:extLst>
                </p14:cNvPr>
                <p14:cNvContentPartPr/>
                <p14:nvPr/>
              </p14:nvContentPartPr>
              <p14:xfrm>
                <a:off x="8194640" y="3860485"/>
                <a:ext cx="89640" cy="100080"/>
              </p14:xfrm>
            </p:contentPart>
          </mc:Choice>
          <mc:Fallback xmlns=""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1C386AA0-45BD-F5E5-40FA-9BEB89159BD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88520" y="3854365"/>
                  <a:ext cx="101880" cy="11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DF7D653-8BDE-9FD4-0086-930B1ECDC063}"/>
              </a:ext>
            </a:extLst>
          </p:cNvPr>
          <p:cNvGrpSpPr/>
          <p:nvPr/>
        </p:nvGrpSpPr>
        <p:grpSpPr>
          <a:xfrm>
            <a:off x="7939760" y="4108165"/>
            <a:ext cx="540720" cy="334440"/>
            <a:chOff x="7939760" y="4108165"/>
            <a:chExt cx="540720" cy="33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2F218ADB-697A-D533-BBB9-E215573C99B1}"/>
                    </a:ext>
                  </a:extLst>
                </p14:cNvPr>
                <p14:cNvContentPartPr/>
                <p14:nvPr/>
              </p14:nvContentPartPr>
              <p14:xfrm>
                <a:off x="7939760" y="4210045"/>
                <a:ext cx="99360" cy="207000"/>
              </p14:xfrm>
            </p:contentPart>
          </mc:Choice>
          <mc:Fallback xmlns=""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2F218ADB-697A-D533-BBB9-E215573C99B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933640" y="4203925"/>
                  <a:ext cx="1116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08F283CC-041B-FAF4-5C59-08AA1CF1AE5A}"/>
                    </a:ext>
                  </a:extLst>
                </p14:cNvPr>
                <p14:cNvContentPartPr/>
                <p14:nvPr/>
              </p14:nvContentPartPr>
              <p14:xfrm>
                <a:off x="8070800" y="4108165"/>
                <a:ext cx="5040" cy="3096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08F283CC-041B-FAF4-5C59-08AA1CF1AE5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064680" y="4102045"/>
                  <a:ext cx="172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E44E1F13-01A2-E8B6-D1A0-68E4F95E91B4}"/>
                    </a:ext>
                  </a:extLst>
                </p14:cNvPr>
                <p14:cNvContentPartPr/>
                <p14:nvPr/>
              </p14:nvContentPartPr>
              <p14:xfrm>
                <a:off x="8137400" y="4158925"/>
                <a:ext cx="127080" cy="252000"/>
              </p14:xfrm>
            </p:contentPart>
          </mc:Choice>
          <mc:Fallback xmlns=""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E44E1F13-01A2-E8B6-D1A0-68E4F95E91B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131280" y="4152805"/>
                  <a:ext cx="13932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B4D46E48-54AB-F59B-6208-2FCC9D60997D}"/>
                    </a:ext>
                  </a:extLst>
                </p14:cNvPr>
                <p14:cNvContentPartPr/>
                <p14:nvPr/>
              </p14:nvContentPartPr>
              <p14:xfrm>
                <a:off x="8149640" y="4184485"/>
                <a:ext cx="131040" cy="236520"/>
              </p14:xfrm>
            </p:contentPart>
          </mc:Choice>
          <mc:Fallback xmlns=""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B4D46E48-54AB-F59B-6208-2FCC9D60997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143520" y="4178365"/>
                  <a:ext cx="1432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459AA7E0-4420-D661-3406-A116155C59E3}"/>
                    </a:ext>
                  </a:extLst>
                </p14:cNvPr>
                <p14:cNvContentPartPr/>
                <p14:nvPr/>
              </p14:nvContentPartPr>
              <p14:xfrm>
                <a:off x="8350160" y="4193845"/>
                <a:ext cx="105840" cy="228240"/>
              </p14:xfrm>
            </p:contentPart>
          </mc:Choice>
          <mc:Fallback xmlns=""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459AA7E0-4420-D661-3406-A116155C59E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344040" y="4187725"/>
                  <a:ext cx="1180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FA0D739A-20DC-D76E-D8CE-F9647A2C9FF5}"/>
                    </a:ext>
                  </a:extLst>
                </p14:cNvPr>
                <p14:cNvContentPartPr/>
                <p14:nvPr/>
              </p14:nvContentPartPr>
              <p14:xfrm>
                <a:off x="8331440" y="4200325"/>
                <a:ext cx="149040" cy="242280"/>
              </p14:xfrm>
            </p:contentPart>
          </mc:Choice>
          <mc:Fallback xmlns=""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FA0D739A-20DC-D76E-D8CE-F9647A2C9FF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325320" y="4194205"/>
                  <a:ext cx="161280" cy="2545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4" name="图片 33">
            <a:extLst>
              <a:ext uri="{FF2B5EF4-FFF2-40B4-BE49-F238E27FC236}">
                <a16:creationId xmlns:a16="http://schemas.microsoft.com/office/drawing/2014/main" id="{12CAC547-9CCF-41CF-96D4-EEEADD2E9F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99964" y="1540415"/>
            <a:ext cx="4762745" cy="172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305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899F6-D022-5F14-584A-203F7ABED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26A1E0A7-6B76-0885-EB0F-F5B57F0EB932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300" b="1" dirty="0">
                <a:solidFill>
                  <a:srgbClr val="182537"/>
                </a:solidFill>
                <a:latin typeface="Microsoft YaHei"/>
                <a:ea typeface="Microsoft YaHei"/>
                <a:cs typeface="Microsoft YaHei"/>
              </a:rPr>
              <a:t>指令执行的过程</a:t>
            </a:r>
            <a:endParaRPr sz="3300" b="1" dirty="0">
              <a:solidFill>
                <a:srgbClr val="1825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A3F001E-E7FB-A95F-14E7-02BBD74053BC}"/>
              </a:ext>
            </a:extLst>
          </p:cNvPr>
          <p:cNvSpPr txBox="1"/>
          <p:nvPr/>
        </p:nvSpPr>
        <p:spPr>
          <a:xfrm>
            <a:off x="609600" y="1585912"/>
            <a:ext cx="698420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1.</a:t>
            </a:r>
            <a:r>
              <a:rPr lang="zh-CN" altLang="en-US" sz="2400" dirty="0"/>
              <a:t>根据当前状态（</a:t>
            </a:r>
            <a:r>
              <a:rPr lang="en-US" altLang="zh-CN" sz="2400" dirty="0"/>
              <a:t>PC</a:t>
            </a:r>
            <a:r>
              <a:rPr lang="zh-CN" altLang="en-US" sz="2400" dirty="0"/>
              <a:t>、</a:t>
            </a:r>
            <a:r>
              <a:rPr lang="en-US" altLang="zh-CN" sz="2400" dirty="0"/>
              <a:t>CC</a:t>
            </a:r>
            <a:r>
              <a:rPr lang="zh-CN" altLang="en-US" sz="2400" dirty="0"/>
              <a:t>，寄存器</a:t>
            </a:r>
            <a:r>
              <a:rPr lang="en-US" altLang="zh-CN" sz="2400" dirty="0"/>
              <a:t>/</a:t>
            </a:r>
            <a:r>
              <a:rPr lang="zh-CN" altLang="en-US" sz="2400" dirty="0"/>
              <a:t>内存等），可以得到所有的更新过程，包括运算、读取等等（除了写操作）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2.</a:t>
            </a:r>
            <a:r>
              <a:rPr lang="zh-CN" altLang="en-US" sz="2400" dirty="0"/>
              <a:t>等到时钟上升沿，统一完成所有写操作，包括 </a:t>
            </a:r>
            <a:r>
              <a:rPr lang="en-US" altLang="zh-CN" sz="2400" dirty="0"/>
              <a:t>PC </a:t>
            </a:r>
            <a:r>
              <a:rPr lang="zh-CN" altLang="en-US" sz="2400" dirty="0"/>
              <a:t>的更新。由于 </a:t>
            </a:r>
            <a:r>
              <a:rPr lang="en-US" altLang="zh-CN" sz="2400" dirty="0"/>
              <a:t>PC </a:t>
            </a:r>
            <a:r>
              <a:rPr lang="zh-CN" altLang="en-US" sz="2400" dirty="0"/>
              <a:t>完成了更新，将会立即进行下一条指令的执行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3.</a:t>
            </a:r>
            <a:r>
              <a:rPr lang="zh-CN" altLang="en-US" sz="2400" dirty="0"/>
              <a:t>要求一条指令的执行必须在一个时钟周期内完成，因此顺序实现的处理器时钟周期会设置的比较长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4574889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872</TotalTime>
  <Words>897</Words>
  <Application>Microsoft Office PowerPoint</Application>
  <DocSecurity>0</DocSecurity>
  <PresentationFormat>宽屏</PresentationFormat>
  <Paragraphs>133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3" baseType="lpstr">
      <vt:lpstr>Microsoft YaHei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Qin Xu</cp:lastModifiedBy>
  <cp:revision>258</cp:revision>
  <dcterms:created xsi:type="dcterms:W3CDTF">2026-10-19T05:21:01Z</dcterms:created>
  <dcterms:modified xsi:type="dcterms:W3CDTF">2026-10-20T01:50:35Z</dcterms:modified>
</cp:coreProperties>
</file>